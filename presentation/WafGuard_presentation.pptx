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NapkinAiOrigin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embeddedFontLst>
    <p:embeddedFont>
      <p:font typeface="Merriweather" pitchFamily="2" charset="0"/>
      <p:regular r:id="rId15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048000" y="0"/>
            <a:ext cx="6096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409575"/>
            <a:ext cx="103308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E8F1FF"/>
                </a:solidFill>
                <a:latin typeface="Georgia"/>
              </a:rPr>
              <a:t>WafGuard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475" y="82867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28575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390525" y="1524000"/>
            <a:ext cx="4824288" cy="1524000"/>
            <a:chOff x="390525" y="1524000"/>
            <a:chExt cx="4824288" cy="152400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1524000"/>
              <a:ext cx="55479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E8F1FF"/>
                  </a:solidFill>
                  <a:latin typeface="Merriweather"/>
                </a:rPr>
                <a:t>WafGuard AI —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1905000"/>
              <a:ext cx="55479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E8F1FF"/>
                  </a:solidFill>
                  <a:latin typeface="Merriweather"/>
                </a:rPr>
                <a:t>Semiconductor Yield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2286000"/>
              <a:ext cx="55479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E8F1FF"/>
                  </a:solidFill>
                  <a:latin typeface="Merriweather"/>
                </a:rPr>
                <a:t>Prediction &amp; Root-Cause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0525" y="2667000"/>
              <a:ext cx="55479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E8F1FF"/>
                  </a:solidFill>
                  <a:latin typeface="Merriweather"/>
                </a:rPr>
                <a:t>Analysis Platform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90525" y="3238500"/>
            <a:ext cx="1862613" cy="381000"/>
            <a:chOff x="390525" y="3238500"/>
            <a:chExt cx="1862613" cy="381000"/>
          </a:xfrm>
        </p:grpSpPr>
        <p:sp>
          <p:nvSpPr>
            <p:cNvPr id="10" name="TextBox 9"/>
            <p:cNvSpPr txBox="1"/>
            <p:nvPr/>
          </p:nvSpPr>
          <p:spPr>
            <a:xfrm>
              <a:off x="390525" y="3238500"/>
              <a:ext cx="214200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E8F1FF"/>
                  </a:solidFill>
                  <a:latin typeface="Georgia"/>
                </a:rPr>
                <a:t>Predict. Diagnose. Prevent.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525" y="3429000"/>
              <a:ext cx="214200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E8F1FF"/>
                  </a:solidFill>
                  <a:latin typeface="Georgia"/>
                </a:rPr>
                <a:t>Improve Yield.</a:t>
              </a:r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371475" y="427672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28575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525" y="4505325"/>
            <a:ext cx="2314931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E8F1FF"/>
                </a:solidFill>
                <a:latin typeface="Georgia"/>
              </a:rPr>
              <a:t>WafGuard AI Team · AI Track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77A5D2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0"/>
            <a:ext cx="4467225" cy="2733713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390525" y="1381163"/>
            <a:ext cx="3442573" cy="800100"/>
            <a:chOff x="390525" y="1381163"/>
            <a:chExt cx="3442573" cy="800100"/>
          </a:xfrm>
        </p:grpSpPr>
        <p:sp>
          <p:nvSpPr>
            <p:cNvPr id="3" name="TextBox 2"/>
            <p:cNvSpPr txBox="1"/>
            <p:nvPr/>
          </p:nvSpPr>
          <p:spPr>
            <a:xfrm>
              <a:off x="390525" y="1381163"/>
              <a:ext cx="395895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E8F1FF"/>
                  </a:solidFill>
                  <a:latin typeface="Merriweather"/>
                </a:rPr>
                <a:t>The High Cost of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90525" y="1781213"/>
              <a:ext cx="395895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E8F1FF"/>
                  </a:solidFill>
                  <a:latin typeface="Merriweather"/>
                </a:rPr>
                <a:t>Yield Failure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90525" y="2276513"/>
            <a:ext cx="3860130" cy="457200"/>
            <a:chOff x="390525" y="2276513"/>
            <a:chExt cx="3860130" cy="457200"/>
          </a:xfrm>
        </p:grpSpPr>
        <p:sp>
          <p:nvSpPr>
            <p:cNvPr id="6" name="TextBox 5"/>
            <p:cNvSpPr txBox="1"/>
            <p:nvPr/>
          </p:nvSpPr>
          <p:spPr>
            <a:xfrm>
              <a:off x="390525" y="2276513"/>
              <a:ext cx="44391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E8F1FF"/>
                  </a:solidFill>
                  <a:latin typeface="Georgia"/>
                </a:rPr>
                <a:t>Addressing the multi-million dollar impact of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2505113"/>
              <a:ext cx="44391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E8F1FF"/>
                  </a:solidFill>
                  <a:latin typeface="Georgia"/>
                </a:rPr>
                <a:t>yield drops in advanced chip nodes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90525" y="3200438"/>
            <a:ext cx="548639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E8F1F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3650" y="3200438"/>
            <a:ext cx="616410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E8F1FF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200438"/>
            <a:ext cx="612861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E8F1FF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3200438"/>
            <a:ext cx="619839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E8F1FF"/>
                </a:solidFill>
                <a:latin typeface="Georgia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525" y="3752888"/>
            <a:ext cx="1703712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8F1FF"/>
                </a:solidFill>
                <a:latin typeface="Georgia"/>
              </a:rPr>
              <a:t>The Cost of Failure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533650" y="3752888"/>
            <a:ext cx="1486376" cy="381000"/>
            <a:chOff x="2533650" y="3752888"/>
            <a:chExt cx="1486376" cy="381000"/>
          </a:xfrm>
        </p:grpSpPr>
        <p:sp>
          <p:nvSpPr>
            <p:cNvPr id="14" name="TextBox 13"/>
            <p:cNvSpPr txBox="1"/>
            <p:nvPr/>
          </p:nvSpPr>
          <p:spPr>
            <a:xfrm>
              <a:off x="2533650" y="3752888"/>
              <a:ext cx="170933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E8F1FF"/>
                  </a:solidFill>
                  <a:latin typeface="Georgia"/>
                </a:rPr>
                <a:t>High-Dimensional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33650" y="3943388"/>
              <a:ext cx="170933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E8F1FF"/>
                  </a:solidFill>
                  <a:latin typeface="Georgia"/>
                </a:rPr>
                <a:t>Complexity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676775" y="3752888"/>
            <a:ext cx="1475053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8F1FF"/>
                </a:solidFill>
                <a:latin typeface="Georgia"/>
              </a:rPr>
              <a:t>Target Audience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819900" y="3752888"/>
            <a:ext cx="1783908" cy="381000"/>
            <a:chOff x="6819900" y="3752888"/>
            <a:chExt cx="1783908" cy="381000"/>
          </a:xfrm>
        </p:grpSpPr>
        <p:sp>
          <p:nvSpPr>
            <p:cNvPr id="18" name="TextBox 17"/>
            <p:cNvSpPr txBox="1"/>
            <p:nvPr/>
          </p:nvSpPr>
          <p:spPr>
            <a:xfrm>
              <a:off x="6819900" y="3752888"/>
              <a:ext cx="205149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E8F1FF"/>
                  </a:solidFill>
                  <a:latin typeface="Georgia"/>
                </a:rPr>
                <a:t>Why Current Methods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19900" y="3943388"/>
              <a:ext cx="205149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E8F1FF"/>
                  </a:solidFill>
                  <a:latin typeface="Georgia"/>
                </a:rPr>
                <a:t>Fail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90525" y="4029113"/>
            <a:ext cx="1835819" cy="609561"/>
            <a:chOff x="390525" y="4029113"/>
            <a:chExt cx="1835819" cy="609561"/>
          </a:xfrm>
        </p:grpSpPr>
        <p:sp>
          <p:nvSpPr>
            <p:cNvPr id="21" name="TextBox 20"/>
            <p:cNvSpPr txBox="1"/>
            <p:nvPr/>
          </p:nvSpPr>
          <p:spPr>
            <a:xfrm>
              <a:off x="390525" y="4029113"/>
              <a:ext cx="211119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At 3nm/5nm nodes, a 1% yield drop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90525" y="4181513"/>
              <a:ext cx="211119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costs tens of millions of dollars per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0525" y="4333913"/>
              <a:ext cx="211119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month in scrapped wafers and lost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0525" y="4486313"/>
              <a:ext cx="2111191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revenue.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676775" y="4029113"/>
            <a:ext cx="1919287" cy="457161"/>
            <a:chOff x="4676775" y="4029113"/>
            <a:chExt cx="1919287" cy="457161"/>
          </a:xfrm>
        </p:grpSpPr>
        <p:sp>
          <p:nvSpPr>
            <p:cNvPr id="26" name="TextBox 25"/>
            <p:cNvSpPr txBox="1"/>
            <p:nvPr/>
          </p:nvSpPr>
          <p:spPr>
            <a:xfrm>
              <a:off x="4676775" y="4029113"/>
              <a:ext cx="220718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Designed for Semiconductor Process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676775" y="4181513"/>
              <a:ext cx="220718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Engineers, Yield Enhancement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676775" y="4333913"/>
              <a:ext cx="2207180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Engineers, and Fab Operations Leads.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533650" y="4219612"/>
            <a:ext cx="1852250" cy="457161"/>
            <a:chOff x="2533650" y="4219612"/>
            <a:chExt cx="1852250" cy="457161"/>
          </a:xfrm>
        </p:grpSpPr>
        <p:sp>
          <p:nvSpPr>
            <p:cNvPr id="30" name="TextBox 29"/>
            <p:cNvSpPr txBox="1"/>
            <p:nvPr/>
          </p:nvSpPr>
          <p:spPr>
            <a:xfrm>
              <a:off x="2533650" y="4219612"/>
              <a:ext cx="213008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Root causes are hidden across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533650" y="4372012"/>
              <a:ext cx="213008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thousands of sensors, process drifts,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533650" y="4524412"/>
              <a:ext cx="2130087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and spatial die patterns.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819900" y="4219612"/>
            <a:ext cx="1833324" cy="457161"/>
            <a:chOff x="6819900" y="4219612"/>
            <a:chExt cx="1833324" cy="457161"/>
          </a:xfrm>
        </p:grpSpPr>
        <p:sp>
          <p:nvSpPr>
            <p:cNvPr id="34" name="TextBox 33"/>
            <p:cNvSpPr txBox="1"/>
            <p:nvPr/>
          </p:nvSpPr>
          <p:spPr>
            <a:xfrm>
              <a:off x="6819900" y="4219612"/>
              <a:ext cx="21083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Manual diagnostics take weeks, and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19900" y="4372012"/>
              <a:ext cx="21083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existing tools alert engineers only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819900" y="4524412"/>
              <a:ext cx="2108322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after wafers fail electrical testing.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109537" y="49481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77A5D2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81747" y="2570910"/>
            <a:ext cx="1630456" cy="1630456"/>
          </a:xfrm>
          <a:custGeom>
            <a:avLst/>
            <a:gdLst/>
            <a:ahLst/>
            <a:cxnLst/>
            <a:rect l="0" t="0" r="0" b="0"/>
            <a:pathLst>
              <a:path w="1630456" h="1630456">
                <a:moveTo>
                  <a:pt x="1630456" y="815228"/>
                </a:moveTo>
                <a:cubicBezTo>
                  <a:pt x="1630456" y="1265466"/>
                  <a:pt x="1265466" y="1630456"/>
                  <a:pt x="815227" y="1630456"/>
                </a:cubicBezTo>
                <a:cubicBezTo>
                  <a:pt x="364989" y="1630456"/>
                  <a:pt x="0" y="1265466"/>
                  <a:pt x="0" y="815228"/>
                </a:cubicBezTo>
                <a:cubicBezTo>
                  <a:pt x="0" y="364989"/>
                  <a:pt x="364989" y="0"/>
                  <a:pt x="815227" y="0"/>
                </a:cubicBezTo>
                <a:cubicBezTo>
                  <a:pt x="1265466" y="0"/>
                  <a:pt x="1630456" y="364989"/>
                  <a:pt x="1630456" y="815228"/>
                </a:cubicBezTo>
                <a:close/>
              </a:path>
            </a:pathLst>
          </a:custGeom>
          <a:noFill/>
          <a:ln w="20380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49219" y="3630706"/>
            <a:ext cx="3913031" cy="1059799"/>
          </a:xfrm>
          <a:custGeom>
            <a:avLst/>
            <a:gdLst/>
            <a:ahLst/>
            <a:cxnLst/>
            <a:rect l="0" t="0" r="0" b="0"/>
            <a:pathLst>
              <a:path w="3913031" h="1059799">
                <a:moveTo>
                  <a:pt x="3913031" y="407612"/>
                </a:moveTo>
                <a:lnTo>
                  <a:pt x="1059732" y="407612"/>
                </a:lnTo>
                <a:lnTo>
                  <a:pt x="125663" y="0"/>
                </a:lnTo>
                <a:cubicBezTo>
                  <a:pt x="97688" y="89087"/>
                  <a:pt x="54825" y="171573"/>
                  <a:pt x="0" y="244563"/>
                </a:cubicBezTo>
                <a:lnTo>
                  <a:pt x="1059732" y="1059799"/>
                </a:lnTo>
                <a:lnTo>
                  <a:pt x="3913031" y="1059799"/>
                </a:lnTo>
                <a:lnTo>
                  <a:pt x="3913031" y="407612"/>
                </a:lnTo>
              </a:path>
            </a:pathLst>
          </a:custGeom>
          <a:solidFill>
            <a:srgbClr val="0A25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49219" y="3630706"/>
            <a:ext cx="3913034" cy="1059796"/>
          </a:xfrm>
          <a:custGeom>
            <a:avLst/>
            <a:gdLst/>
            <a:ahLst/>
            <a:cxnLst/>
            <a:rect l="0" t="0" r="0" b="0"/>
            <a:pathLst>
              <a:path w="3913034" h="1059796">
                <a:moveTo>
                  <a:pt x="3913034" y="407614"/>
                </a:moveTo>
                <a:lnTo>
                  <a:pt x="1059736" y="407614"/>
                </a:lnTo>
                <a:lnTo>
                  <a:pt x="125664" y="0"/>
                </a:lnTo>
                <a:cubicBezTo>
                  <a:pt x="97685" y="89083"/>
                  <a:pt x="54826" y="171576"/>
                  <a:pt x="0" y="244568"/>
                </a:cubicBezTo>
                <a:lnTo>
                  <a:pt x="1059736" y="1059796"/>
                </a:lnTo>
                <a:lnTo>
                  <a:pt x="3913034" y="1059796"/>
                </a:lnTo>
                <a:lnTo>
                  <a:pt x="3913034" y="407614"/>
                </a:lnTo>
                <a:close/>
              </a:path>
            </a:pathLst>
          </a:custGeom>
          <a:noFill/>
          <a:ln w="20380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880" y="3386137"/>
            <a:ext cx="3787368" cy="652186"/>
          </a:xfrm>
          <a:custGeom>
            <a:avLst/>
            <a:gdLst/>
            <a:ahLst/>
            <a:cxnLst/>
            <a:rect l="0" t="0" r="0" b="0"/>
            <a:pathLst>
              <a:path w="3787368" h="652186">
                <a:moveTo>
                  <a:pt x="3787368" y="0"/>
                </a:moveTo>
                <a:lnTo>
                  <a:pt x="37318" y="0"/>
                </a:lnTo>
                <a:cubicBezTo>
                  <a:pt x="37318" y="85210"/>
                  <a:pt x="24250" y="167363"/>
                  <a:pt x="0" y="244563"/>
                </a:cubicBezTo>
                <a:lnTo>
                  <a:pt x="934069" y="652186"/>
                </a:lnTo>
                <a:lnTo>
                  <a:pt x="3787368" y="652186"/>
                </a:lnTo>
                <a:lnTo>
                  <a:pt x="3787368" y="0"/>
                </a:lnTo>
              </a:path>
            </a:pathLst>
          </a:custGeom>
          <a:solidFill>
            <a:srgbClr val="0A25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879" y="3386137"/>
            <a:ext cx="3787370" cy="652182"/>
          </a:xfrm>
          <a:custGeom>
            <a:avLst/>
            <a:gdLst/>
            <a:ahLst/>
            <a:cxnLst/>
            <a:rect l="0" t="0" r="0" b="0"/>
            <a:pathLst>
              <a:path w="3787370" h="652182">
                <a:moveTo>
                  <a:pt x="3787370" y="0"/>
                </a:moveTo>
                <a:lnTo>
                  <a:pt x="934071" y="0"/>
                </a:lnTo>
                <a:lnTo>
                  <a:pt x="37321" y="0"/>
                </a:lnTo>
                <a:cubicBezTo>
                  <a:pt x="37321" y="85208"/>
                  <a:pt x="24248" y="167362"/>
                  <a:pt x="0" y="244568"/>
                </a:cubicBezTo>
                <a:lnTo>
                  <a:pt x="934071" y="652182"/>
                </a:lnTo>
                <a:lnTo>
                  <a:pt x="3787370" y="652182"/>
                </a:lnTo>
                <a:lnTo>
                  <a:pt x="3787370" y="0"/>
                </a:lnTo>
                <a:close/>
              </a:path>
            </a:pathLst>
          </a:custGeom>
          <a:noFill/>
          <a:ln w="20380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880" y="2733955"/>
            <a:ext cx="3787368" cy="652186"/>
          </a:xfrm>
          <a:custGeom>
            <a:avLst/>
            <a:gdLst/>
            <a:ahLst/>
            <a:cxnLst/>
            <a:rect l="0" t="0" r="0" b="0"/>
            <a:pathLst>
              <a:path w="3787368" h="652186">
                <a:moveTo>
                  <a:pt x="3787368" y="0"/>
                </a:moveTo>
                <a:lnTo>
                  <a:pt x="934069" y="0"/>
                </a:lnTo>
                <a:lnTo>
                  <a:pt x="0" y="407612"/>
                </a:lnTo>
                <a:cubicBezTo>
                  <a:pt x="24250" y="484822"/>
                  <a:pt x="37318" y="566975"/>
                  <a:pt x="37318" y="652186"/>
                </a:cubicBezTo>
                <a:lnTo>
                  <a:pt x="3787368" y="652186"/>
                </a:lnTo>
                <a:lnTo>
                  <a:pt x="3787368" y="0"/>
                </a:lnTo>
              </a:path>
            </a:pathLst>
          </a:custGeom>
          <a:solidFill>
            <a:srgbClr val="0A25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879" y="2733955"/>
            <a:ext cx="3787370" cy="652182"/>
          </a:xfrm>
          <a:custGeom>
            <a:avLst/>
            <a:gdLst/>
            <a:ahLst/>
            <a:cxnLst/>
            <a:rect l="0" t="0" r="0" b="0"/>
            <a:pathLst>
              <a:path w="3787370" h="652182">
                <a:moveTo>
                  <a:pt x="3787370" y="0"/>
                </a:moveTo>
                <a:lnTo>
                  <a:pt x="934071" y="0"/>
                </a:lnTo>
                <a:lnTo>
                  <a:pt x="0" y="407614"/>
                </a:lnTo>
                <a:cubicBezTo>
                  <a:pt x="24248" y="484819"/>
                  <a:pt x="37321" y="566974"/>
                  <a:pt x="37321" y="652182"/>
                </a:cubicBezTo>
                <a:lnTo>
                  <a:pt x="934071" y="652182"/>
                </a:lnTo>
                <a:lnTo>
                  <a:pt x="3787370" y="652182"/>
                </a:lnTo>
                <a:lnTo>
                  <a:pt x="3787370" y="0"/>
                </a:lnTo>
                <a:close/>
              </a:path>
            </a:pathLst>
          </a:custGeom>
          <a:noFill/>
          <a:ln w="20380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49219" y="2081772"/>
            <a:ext cx="3913031" cy="1059799"/>
          </a:xfrm>
          <a:custGeom>
            <a:avLst/>
            <a:gdLst/>
            <a:ahLst/>
            <a:cxnLst/>
            <a:rect l="0" t="0" r="0" b="0"/>
            <a:pathLst>
              <a:path w="3913031" h="1059799">
                <a:moveTo>
                  <a:pt x="3913031" y="0"/>
                </a:moveTo>
                <a:lnTo>
                  <a:pt x="1059732" y="0"/>
                </a:lnTo>
                <a:lnTo>
                  <a:pt x="0" y="815225"/>
                </a:lnTo>
                <a:cubicBezTo>
                  <a:pt x="54825" y="888215"/>
                  <a:pt x="97688" y="970711"/>
                  <a:pt x="125663" y="1059799"/>
                </a:cubicBezTo>
                <a:lnTo>
                  <a:pt x="1059732" y="652186"/>
                </a:lnTo>
                <a:lnTo>
                  <a:pt x="3913031" y="652186"/>
                </a:lnTo>
                <a:lnTo>
                  <a:pt x="3913031" y="0"/>
                </a:lnTo>
              </a:path>
            </a:pathLst>
          </a:custGeom>
          <a:solidFill>
            <a:srgbClr val="0A25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49219" y="2081772"/>
            <a:ext cx="3913034" cy="1059796"/>
          </a:xfrm>
          <a:custGeom>
            <a:avLst/>
            <a:gdLst/>
            <a:ahLst/>
            <a:cxnLst/>
            <a:rect l="0" t="0" r="0" b="0"/>
            <a:pathLst>
              <a:path w="3913034" h="1059796">
                <a:moveTo>
                  <a:pt x="3913034" y="0"/>
                </a:moveTo>
                <a:lnTo>
                  <a:pt x="1059736" y="0"/>
                </a:lnTo>
                <a:lnTo>
                  <a:pt x="0" y="815228"/>
                </a:lnTo>
                <a:cubicBezTo>
                  <a:pt x="54826" y="888219"/>
                  <a:pt x="97685" y="970712"/>
                  <a:pt x="125664" y="1059796"/>
                </a:cubicBezTo>
                <a:lnTo>
                  <a:pt x="1059736" y="652182"/>
                </a:lnTo>
                <a:lnTo>
                  <a:pt x="3913034" y="652182"/>
                </a:lnTo>
                <a:lnTo>
                  <a:pt x="3913034" y="0"/>
                </a:lnTo>
                <a:close/>
              </a:path>
            </a:pathLst>
          </a:custGeom>
          <a:noFill/>
          <a:ln w="20380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3" name="Group 12"/>
          <p:cNvGrpSpPr/>
          <p:nvPr/>
        </p:nvGrpSpPr>
        <p:grpSpPr>
          <a:xfrm>
            <a:off x="742711" y="371475"/>
            <a:ext cx="7658576" cy="800099"/>
            <a:chOff x="742711" y="371475"/>
            <a:chExt cx="7658576" cy="800099"/>
          </a:xfrm>
        </p:grpSpPr>
        <p:sp>
          <p:nvSpPr>
            <p:cNvPr id="11" name="TextBox 10"/>
            <p:cNvSpPr txBox="1"/>
            <p:nvPr/>
          </p:nvSpPr>
          <p:spPr>
            <a:xfrm>
              <a:off x="168318" y="371475"/>
              <a:ext cx="8807362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E8F1FF"/>
                  </a:solidFill>
                  <a:latin typeface="Merriweather"/>
                </a:rPr>
                <a:t>WafGuard AI: An Intelligent Decision-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68318" y="771524"/>
              <a:ext cx="880736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E8F1FF"/>
                  </a:solidFill>
                  <a:latin typeface="Merriweather"/>
                </a:rPr>
                <a:t>Support Platform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05647" y="1400175"/>
            <a:ext cx="793270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E8F1FF"/>
                </a:solidFill>
                <a:latin typeface="Georgia"/>
              </a:rPr>
              <a:t>Unifying telemetry, spatial maps, and equipment health into a single control room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7245" y="2252033"/>
            <a:ext cx="315710" cy="311661"/>
          </a:xfrm>
          <a:custGeom>
            <a:avLst/>
            <a:gdLst/>
            <a:ahLst/>
            <a:cxnLst/>
            <a:rect l="0" t="0" r="0" b="0"/>
            <a:pathLst>
              <a:path w="315710" h="311661">
                <a:moveTo>
                  <a:pt x="57229" y="49932"/>
                </a:moveTo>
                <a:cubicBezTo>
                  <a:pt x="57229" y="77514"/>
                  <a:pt x="84403" y="99865"/>
                  <a:pt x="84403" y="99865"/>
                </a:cubicBezTo>
                <a:cubicBezTo>
                  <a:pt x="84403" y="99865"/>
                  <a:pt x="111577" y="77514"/>
                  <a:pt x="111577" y="49932"/>
                </a:cubicBezTo>
                <a:cubicBezTo>
                  <a:pt x="111577" y="22350"/>
                  <a:pt x="84403" y="0"/>
                  <a:pt x="84403" y="0"/>
                </a:cubicBezTo>
                <a:cubicBezTo>
                  <a:pt x="84403" y="0"/>
                  <a:pt x="57229" y="22350"/>
                  <a:pt x="57229" y="49932"/>
                </a:cubicBezTo>
                <a:close/>
                <a:moveTo>
                  <a:pt x="65055" y="83098"/>
                </a:moveTo>
                <a:cubicBezTo>
                  <a:pt x="87528" y="105558"/>
                  <a:pt x="84457" y="145083"/>
                  <a:pt x="84457" y="145083"/>
                </a:cubicBezTo>
                <a:cubicBezTo>
                  <a:pt x="84457" y="145083"/>
                  <a:pt x="44946" y="148154"/>
                  <a:pt x="22473" y="125680"/>
                </a:cubicBezTo>
                <a:cubicBezTo>
                  <a:pt x="0" y="103207"/>
                  <a:pt x="3070" y="63696"/>
                  <a:pt x="3070" y="63696"/>
                </a:cubicBezTo>
                <a:cubicBezTo>
                  <a:pt x="3070" y="63696"/>
                  <a:pt x="42582" y="60625"/>
                  <a:pt x="65055" y="83098"/>
                </a:cubicBezTo>
                <a:close/>
                <a:moveTo>
                  <a:pt x="103860" y="83098"/>
                </a:moveTo>
                <a:cubicBezTo>
                  <a:pt x="81386" y="105558"/>
                  <a:pt x="84457" y="145083"/>
                  <a:pt x="84457" y="145083"/>
                </a:cubicBezTo>
                <a:cubicBezTo>
                  <a:pt x="84457" y="145083"/>
                  <a:pt x="123969" y="148154"/>
                  <a:pt x="146442" y="125680"/>
                </a:cubicBezTo>
                <a:cubicBezTo>
                  <a:pt x="168915" y="103207"/>
                  <a:pt x="165844" y="63696"/>
                  <a:pt x="165844" y="63696"/>
                </a:cubicBezTo>
                <a:cubicBezTo>
                  <a:pt x="165844" y="63696"/>
                  <a:pt x="126333" y="60625"/>
                  <a:pt x="103860" y="83098"/>
                </a:cubicBezTo>
                <a:close/>
                <a:moveTo>
                  <a:pt x="65055" y="164811"/>
                </a:moveTo>
                <a:cubicBezTo>
                  <a:pt x="87528" y="187285"/>
                  <a:pt x="84457" y="226782"/>
                  <a:pt x="84457" y="226782"/>
                </a:cubicBezTo>
                <a:cubicBezTo>
                  <a:pt x="84457" y="226782"/>
                  <a:pt x="44946" y="229853"/>
                  <a:pt x="22473" y="207380"/>
                </a:cubicBezTo>
                <a:cubicBezTo>
                  <a:pt x="0" y="184907"/>
                  <a:pt x="3070" y="145409"/>
                  <a:pt x="3070" y="145409"/>
                </a:cubicBezTo>
                <a:cubicBezTo>
                  <a:pt x="3070" y="145409"/>
                  <a:pt x="42582" y="142338"/>
                  <a:pt x="65055" y="164811"/>
                </a:cubicBezTo>
                <a:close/>
                <a:moveTo>
                  <a:pt x="84457" y="226782"/>
                </a:moveTo>
                <a:lnTo>
                  <a:pt x="84457" y="278916"/>
                </a:lnTo>
                <a:moveTo>
                  <a:pt x="165042" y="164730"/>
                </a:moveTo>
                <a:cubicBezTo>
                  <a:pt x="165910" y="158329"/>
                  <a:pt x="166179" y="151860"/>
                  <a:pt x="165844" y="145409"/>
                </a:cubicBezTo>
                <a:cubicBezTo>
                  <a:pt x="165844" y="145409"/>
                  <a:pt x="126333" y="142338"/>
                  <a:pt x="103860" y="164811"/>
                </a:cubicBezTo>
                <a:cubicBezTo>
                  <a:pt x="81386" y="187285"/>
                  <a:pt x="84457" y="226782"/>
                  <a:pt x="84457" y="226782"/>
                </a:cubicBezTo>
                <a:cubicBezTo>
                  <a:pt x="98008" y="227458"/>
                  <a:pt x="111563" y="225511"/>
                  <a:pt x="124376" y="221049"/>
                </a:cubicBezTo>
                <a:moveTo>
                  <a:pt x="217203" y="294677"/>
                </a:moveTo>
                <a:cubicBezTo>
                  <a:pt x="217203" y="304057"/>
                  <a:pt x="224807" y="311661"/>
                  <a:pt x="234187" y="311661"/>
                </a:cubicBezTo>
                <a:cubicBezTo>
                  <a:pt x="243567" y="311661"/>
                  <a:pt x="251171" y="304057"/>
                  <a:pt x="251171" y="294677"/>
                </a:cubicBezTo>
                <a:cubicBezTo>
                  <a:pt x="251171" y="285297"/>
                  <a:pt x="243567" y="277693"/>
                  <a:pt x="234187" y="277693"/>
                </a:cubicBezTo>
                <a:cubicBezTo>
                  <a:pt x="224807" y="277693"/>
                  <a:pt x="217203" y="285297"/>
                  <a:pt x="217203" y="294677"/>
                </a:cubicBezTo>
                <a:moveTo>
                  <a:pt x="315710" y="204635"/>
                </a:moveTo>
                <a:cubicBezTo>
                  <a:pt x="268168" y="166169"/>
                  <a:pt x="200207" y="166169"/>
                  <a:pt x="152665" y="204635"/>
                </a:cubicBezTo>
                <a:moveTo>
                  <a:pt x="186632" y="246959"/>
                </a:moveTo>
                <a:cubicBezTo>
                  <a:pt x="214368" y="224529"/>
                  <a:pt x="254006" y="224529"/>
                  <a:pt x="281742" y="246959"/>
                </a:cubicBezTo>
              </a:path>
            </a:pathLst>
          </a:custGeom>
          <a:noFill/>
          <a:ln w="5093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8" name="Group 17"/>
          <p:cNvGrpSpPr/>
          <p:nvPr/>
        </p:nvGrpSpPr>
        <p:grpSpPr>
          <a:xfrm>
            <a:off x="5080186" y="2244843"/>
            <a:ext cx="1634851" cy="326039"/>
            <a:chOff x="5080186" y="2244843"/>
            <a:chExt cx="1634851" cy="326039"/>
          </a:xfrm>
        </p:grpSpPr>
        <p:sp>
          <p:nvSpPr>
            <p:cNvPr id="16" name="TextBox 15"/>
            <p:cNvSpPr txBox="1"/>
            <p:nvPr/>
          </p:nvSpPr>
          <p:spPr>
            <a:xfrm>
              <a:off x="5080186" y="2244843"/>
              <a:ext cx="1880078" cy="1630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E8F1FF"/>
                  </a:solidFill>
                  <a:latin typeface="Georgia"/>
                </a:rPr>
                <a:t>Predictive Yield &amp; Risk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80186" y="2407911"/>
              <a:ext cx="1880078" cy="162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E8F1FF"/>
                  </a:solidFill>
                  <a:latin typeface="Georgia"/>
                </a:rPr>
                <a:t>Scoring</a:t>
              </a: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4653522" y="2897001"/>
            <a:ext cx="312504" cy="315900"/>
          </a:xfrm>
          <a:custGeom>
            <a:avLst/>
            <a:gdLst/>
            <a:ahLst/>
            <a:cxnLst/>
            <a:rect l="0" t="0" r="0" b="0"/>
            <a:pathLst>
              <a:path w="312504" h="315900">
                <a:moveTo>
                  <a:pt x="217394" y="176630"/>
                </a:moveTo>
                <a:cubicBezTo>
                  <a:pt x="228649" y="176630"/>
                  <a:pt x="237774" y="167504"/>
                  <a:pt x="237774" y="156249"/>
                </a:cubicBezTo>
                <a:cubicBezTo>
                  <a:pt x="237774" y="144992"/>
                  <a:pt x="228649" y="135868"/>
                  <a:pt x="217394" y="135868"/>
                </a:cubicBezTo>
                <a:cubicBezTo>
                  <a:pt x="206138" y="135868"/>
                  <a:pt x="197013" y="144992"/>
                  <a:pt x="197013" y="156249"/>
                </a:cubicBezTo>
                <a:cubicBezTo>
                  <a:pt x="197013" y="167504"/>
                  <a:pt x="206138" y="176630"/>
                  <a:pt x="217394" y="176630"/>
                </a:cubicBezTo>
                <a:close/>
                <a:moveTo>
                  <a:pt x="163045" y="176630"/>
                </a:moveTo>
                <a:lnTo>
                  <a:pt x="163045" y="285327"/>
                </a:lnTo>
                <a:moveTo>
                  <a:pt x="163045" y="217391"/>
                </a:moveTo>
                <a:lnTo>
                  <a:pt x="217394" y="217391"/>
                </a:lnTo>
                <a:moveTo>
                  <a:pt x="0" y="0"/>
                </a:moveTo>
                <a:moveTo>
                  <a:pt x="61142" y="88313"/>
                </a:moveTo>
                <a:lnTo>
                  <a:pt x="95109" y="108693"/>
                </a:lnTo>
                <a:lnTo>
                  <a:pt x="95109" y="169836"/>
                </a:lnTo>
                <a:lnTo>
                  <a:pt x="128097" y="202823"/>
                </a:lnTo>
                <a:moveTo>
                  <a:pt x="0" y="0"/>
                </a:moveTo>
                <a:moveTo>
                  <a:pt x="13587" y="190219"/>
                </a:moveTo>
                <a:lnTo>
                  <a:pt x="46196" y="167121"/>
                </a:lnTo>
                <a:moveTo>
                  <a:pt x="0" y="0"/>
                </a:moveTo>
                <a:moveTo>
                  <a:pt x="115490" y="17186"/>
                </a:moveTo>
                <a:lnTo>
                  <a:pt x="115490" y="67933"/>
                </a:lnTo>
                <a:moveTo>
                  <a:pt x="0" y="0"/>
                </a:moveTo>
                <a:moveTo>
                  <a:pt x="108697" y="217391"/>
                </a:moveTo>
                <a:lnTo>
                  <a:pt x="163045" y="176630"/>
                </a:lnTo>
                <a:moveTo>
                  <a:pt x="0" y="0"/>
                </a:moveTo>
                <a:moveTo>
                  <a:pt x="87476" y="294418"/>
                </a:moveTo>
                <a:lnTo>
                  <a:pt x="115491" y="271739"/>
                </a:lnTo>
                <a:moveTo>
                  <a:pt x="0" y="0"/>
                </a:moveTo>
                <a:moveTo>
                  <a:pt x="138590" y="139944"/>
                </a:moveTo>
                <a:lnTo>
                  <a:pt x="163046" y="115487"/>
                </a:lnTo>
                <a:moveTo>
                  <a:pt x="163045" y="37244"/>
                </a:moveTo>
                <a:lnTo>
                  <a:pt x="197013" y="10190"/>
                </a:lnTo>
                <a:lnTo>
                  <a:pt x="264949" y="45360"/>
                </a:lnTo>
                <a:lnTo>
                  <a:pt x="264949" y="91352"/>
                </a:lnTo>
                <a:lnTo>
                  <a:pt x="312504" y="126522"/>
                </a:lnTo>
                <a:lnTo>
                  <a:pt x="312504" y="194157"/>
                </a:lnTo>
                <a:lnTo>
                  <a:pt x="264949" y="226622"/>
                </a:lnTo>
                <a:lnTo>
                  <a:pt x="264949" y="280730"/>
                </a:lnTo>
                <a:lnTo>
                  <a:pt x="197013" y="315900"/>
                </a:lnTo>
                <a:lnTo>
                  <a:pt x="163045" y="288847"/>
                </a:lnTo>
                <a:lnTo>
                  <a:pt x="129077" y="315900"/>
                </a:lnTo>
                <a:lnTo>
                  <a:pt x="61142" y="280730"/>
                </a:lnTo>
                <a:lnTo>
                  <a:pt x="61142" y="226622"/>
                </a:lnTo>
                <a:lnTo>
                  <a:pt x="13587" y="194157"/>
                </a:lnTo>
                <a:lnTo>
                  <a:pt x="13587" y="126522"/>
                </a:lnTo>
                <a:lnTo>
                  <a:pt x="61142" y="91352"/>
                </a:lnTo>
                <a:lnTo>
                  <a:pt x="61142" y="45360"/>
                </a:lnTo>
                <a:lnTo>
                  <a:pt x="129077" y="10190"/>
                </a:lnTo>
                <a:close/>
                <a:moveTo>
                  <a:pt x="163045" y="37244"/>
                </a:moveTo>
                <a:lnTo>
                  <a:pt x="163045" y="115701"/>
                </a:lnTo>
                <a:lnTo>
                  <a:pt x="199931" y="145637"/>
                </a:lnTo>
                <a:moveTo>
                  <a:pt x="212262" y="95105"/>
                </a:moveTo>
                <a:cubicBezTo>
                  <a:pt x="220683" y="95105"/>
                  <a:pt x="227511" y="88278"/>
                  <a:pt x="227511" y="79857"/>
                </a:cubicBezTo>
                <a:cubicBezTo>
                  <a:pt x="227511" y="71435"/>
                  <a:pt x="220683" y="64608"/>
                  <a:pt x="212262" y="64608"/>
                </a:cubicBezTo>
                <a:cubicBezTo>
                  <a:pt x="203840" y="64608"/>
                  <a:pt x="197013" y="71435"/>
                  <a:pt x="197013" y="79857"/>
                </a:cubicBezTo>
                <a:cubicBezTo>
                  <a:pt x="197013" y="88278"/>
                  <a:pt x="203840" y="95105"/>
                  <a:pt x="212262" y="95105"/>
                </a:cubicBezTo>
                <a:close/>
                <a:moveTo>
                  <a:pt x="276135" y="186806"/>
                </a:moveTo>
                <a:cubicBezTo>
                  <a:pt x="282696" y="186806"/>
                  <a:pt x="288015" y="181487"/>
                  <a:pt x="288015" y="174926"/>
                </a:cubicBezTo>
                <a:cubicBezTo>
                  <a:pt x="288015" y="168364"/>
                  <a:pt x="282696" y="163045"/>
                  <a:pt x="276135" y="163045"/>
                </a:cubicBezTo>
                <a:cubicBezTo>
                  <a:pt x="269572" y="163045"/>
                  <a:pt x="264254" y="168364"/>
                  <a:pt x="264254" y="174926"/>
                </a:cubicBezTo>
                <a:cubicBezTo>
                  <a:pt x="264254" y="181487"/>
                  <a:pt x="269572" y="186806"/>
                  <a:pt x="276135" y="186806"/>
                </a:cubicBezTo>
                <a:close/>
                <a:moveTo>
                  <a:pt x="205513" y="276462"/>
                </a:moveTo>
                <a:cubicBezTo>
                  <a:pt x="212074" y="276462"/>
                  <a:pt x="217394" y="271143"/>
                  <a:pt x="217394" y="264580"/>
                </a:cubicBezTo>
                <a:cubicBezTo>
                  <a:pt x="217394" y="258019"/>
                  <a:pt x="212074" y="252700"/>
                  <a:pt x="205513" y="252700"/>
                </a:cubicBezTo>
                <a:cubicBezTo>
                  <a:pt x="198952" y="252700"/>
                  <a:pt x="193632" y="258019"/>
                  <a:pt x="193632" y="264580"/>
                </a:cubicBezTo>
                <a:cubicBezTo>
                  <a:pt x="193632" y="271143"/>
                  <a:pt x="198952" y="276462"/>
                  <a:pt x="205513" y="276462"/>
                </a:cubicBezTo>
                <a:close/>
              </a:path>
            </a:pathLst>
          </a:custGeom>
          <a:noFill/>
          <a:ln w="5093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0186" y="2978521"/>
            <a:ext cx="2119692" cy="163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E8F1FF"/>
                </a:solidFill>
                <a:latin typeface="Georgia"/>
              </a:rPr>
              <a:t>Wafer Defect Pattern CNN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35418" y="3304613"/>
            <a:ext cx="923115" cy="163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0">
                <a:solidFill>
                  <a:srgbClr val="E8F1FF"/>
                </a:solidFill>
                <a:latin typeface="Georgia"/>
              </a:rPr>
              <a:t>WafGuard 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0180" y="3556452"/>
            <a:ext cx="313128" cy="312504"/>
          </a:xfrm>
          <a:custGeom>
            <a:avLst/>
            <a:gdLst/>
            <a:ahLst/>
            <a:cxnLst/>
            <a:rect l="0" t="0" r="0" b="0"/>
            <a:pathLst>
              <a:path w="313128" h="312504">
                <a:moveTo>
                  <a:pt x="230981" y="271171"/>
                </a:moveTo>
                <a:cubicBezTo>
                  <a:pt x="232857" y="271171"/>
                  <a:pt x="234378" y="272692"/>
                  <a:pt x="234378" y="274568"/>
                </a:cubicBezTo>
                <a:cubicBezTo>
                  <a:pt x="234378" y="276444"/>
                  <a:pt x="232857" y="277965"/>
                  <a:pt x="230981" y="277965"/>
                </a:cubicBezTo>
                <a:cubicBezTo>
                  <a:pt x="229105" y="277965"/>
                  <a:pt x="227584" y="276444"/>
                  <a:pt x="227584" y="274568"/>
                </a:cubicBezTo>
                <a:cubicBezTo>
                  <a:pt x="227584" y="272692"/>
                  <a:pt x="229105" y="271171"/>
                  <a:pt x="230981" y="271171"/>
                </a:cubicBezTo>
                <a:moveTo>
                  <a:pt x="230981" y="203236"/>
                </a:moveTo>
                <a:lnTo>
                  <a:pt x="230981" y="243997"/>
                </a:lnTo>
                <a:moveTo>
                  <a:pt x="242367" y="162570"/>
                </a:moveTo>
                <a:cubicBezTo>
                  <a:pt x="240129" y="158359"/>
                  <a:pt x="235749" y="155727"/>
                  <a:pt x="230981" y="155727"/>
                </a:cubicBezTo>
                <a:cubicBezTo>
                  <a:pt x="226212" y="155727"/>
                  <a:pt x="221833" y="158359"/>
                  <a:pt x="219595" y="162570"/>
                </a:cubicBezTo>
                <a:lnTo>
                  <a:pt x="150953" y="293427"/>
                </a:lnTo>
                <a:cubicBezTo>
                  <a:pt x="148887" y="297351"/>
                  <a:pt x="149052" y="302076"/>
                  <a:pt x="151387" y="305846"/>
                </a:cubicBezTo>
                <a:cubicBezTo>
                  <a:pt x="153731" y="309641"/>
                  <a:pt x="157878" y="311946"/>
                  <a:pt x="162339" y="311933"/>
                </a:cubicBezTo>
                <a:lnTo>
                  <a:pt x="299677" y="311933"/>
                </a:lnTo>
                <a:cubicBezTo>
                  <a:pt x="304142" y="311948"/>
                  <a:pt x="308294" y="309643"/>
                  <a:pt x="310642" y="305846"/>
                </a:cubicBezTo>
                <a:cubicBezTo>
                  <a:pt x="312968" y="302072"/>
                  <a:pt x="313128" y="297350"/>
                  <a:pt x="311063" y="293427"/>
                </a:cubicBezTo>
                <a:close/>
                <a:moveTo>
                  <a:pt x="108697" y="312504"/>
                </a:moveTo>
                <a:lnTo>
                  <a:pt x="13587" y="312504"/>
                </a:lnTo>
                <a:cubicBezTo>
                  <a:pt x="6083" y="312504"/>
                  <a:pt x="0" y="306420"/>
                  <a:pt x="0" y="298916"/>
                </a:cubicBezTo>
                <a:lnTo>
                  <a:pt x="0" y="13587"/>
                </a:lnTo>
                <a:cubicBezTo>
                  <a:pt x="0" y="6083"/>
                  <a:pt x="6083" y="0"/>
                  <a:pt x="13587" y="0"/>
                </a:cubicBezTo>
                <a:lnTo>
                  <a:pt x="194200" y="0"/>
                </a:lnTo>
                <a:cubicBezTo>
                  <a:pt x="197804" y="0"/>
                  <a:pt x="201259" y="1432"/>
                  <a:pt x="203806" y="3981"/>
                </a:cubicBezTo>
                <a:lnTo>
                  <a:pt x="254215" y="54348"/>
                </a:lnTo>
                <a:cubicBezTo>
                  <a:pt x="256763" y="56896"/>
                  <a:pt x="258195" y="60351"/>
                  <a:pt x="258196" y="63954"/>
                </a:cubicBezTo>
                <a:lnTo>
                  <a:pt x="258196" y="122284"/>
                </a:lnTo>
                <a:moveTo>
                  <a:pt x="40761" y="203806"/>
                </a:moveTo>
                <a:lnTo>
                  <a:pt x="163045" y="203806"/>
                </a:lnTo>
                <a:moveTo>
                  <a:pt x="61142" y="135871"/>
                </a:moveTo>
                <a:cubicBezTo>
                  <a:pt x="57390" y="135871"/>
                  <a:pt x="54348" y="138912"/>
                  <a:pt x="54348" y="142664"/>
                </a:cubicBezTo>
                <a:lnTo>
                  <a:pt x="54348" y="203806"/>
                </a:lnTo>
                <a:lnTo>
                  <a:pt x="54348" y="203806"/>
                </a:lnTo>
                <a:lnTo>
                  <a:pt x="81522" y="203806"/>
                </a:lnTo>
                <a:lnTo>
                  <a:pt x="81522" y="203806"/>
                </a:lnTo>
                <a:lnTo>
                  <a:pt x="81522" y="142664"/>
                </a:lnTo>
                <a:cubicBezTo>
                  <a:pt x="81522" y="138912"/>
                  <a:pt x="78481" y="135871"/>
                  <a:pt x="74729" y="135871"/>
                </a:cubicBezTo>
                <a:close/>
                <a:moveTo>
                  <a:pt x="108697" y="203806"/>
                </a:moveTo>
                <a:lnTo>
                  <a:pt x="108697" y="101903"/>
                </a:lnTo>
                <a:cubicBezTo>
                  <a:pt x="108697" y="98151"/>
                  <a:pt x="111738" y="95109"/>
                  <a:pt x="115490" y="95109"/>
                </a:cubicBezTo>
                <a:lnTo>
                  <a:pt x="129077" y="95109"/>
                </a:lnTo>
                <a:cubicBezTo>
                  <a:pt x="132829" y="95109"/>
                  <a:pt x="135871" y="98151"/>
                  <a:pt x="135871" y="101903"/>
                </a:cubicBezTo>
                <a:lnTo>
                  <a:pt x="135871" y="203806"/>
                </a:lnTo>
                <a:moveTo>
                  <a:pt x="163045" y="203806"/>
                </a:moveTo>
                <a:lnTo>
                  <a:pt x="163045" y="129077"/>
                </a:lnTo>
                <a:cubicBezTo>
                  <a:pt x="163045" y="125325"/>
                  <a:pt x="166087" y="122284"/>
                  <a:pt x="169839" y="122284"/>
                </a:cubicBezTo>
                <a:lnTo>
                  <a:pt x="183426" y="122284"/>
                </a:lnTo>
                <a:cubicBezTo>
                  <a:pt x="187178" y="122284"/>
                  <a:pt x="190219" y="125325"/>
                  <a:pt x="190219" y="129077"/>
                </a:cubicBezTo>
                <a:lnTo>
                  <a:pt x="190219" y="149458"/>
                </a:lnTo>
              </a:path>
            </a:pathLst>
          </a:custGeom>
          <a:noFill/>
          <a:ln w="5093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5" name="Group 24"/>
          <p:cNvGrpSpPr/>
          <p:nvPr/>
        </p:nvGrpSpPr>
        <p:grpSpPr>
          <a:xfrm>
            <a:off x="5080186" y="3549208"/>
            <a:ext cx="1720329" cy="326039"/>
            <a:chOff x="5080186" y="3549208"/>
            <a:chExt cx="1720329" cy="326039"/>
          </a:xfrm>
        </p:grpSpPr>
        <p:sp>
          <p:nvSpPr>
            <p:cNvPr id="23" name="TextBox 22"/>
            <p:cNvSpPr txBox="1"/>
            <p:nvPr/>
          </p:nvSpPr>
          <p:spPr>
            <a:xfrm>
              <a:off x="5080186" y="3549208"/>
              <a:ext cx="1978378" cy="1630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E8F1FF"/>
                  </a:solidFill>
                  <a:latin typeface="Georgia"/>
                </a:rPr>
                <a:t>Multi-Signal SHAP Root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80186" y="3712276"/>
              <a:ext cx="1978378" cy="162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E8F1FF"/>
                  </a:solidFill>
                  <a:latin typeface="Georgia"/>
                </a:rPr>
                <a:t>Cause Ranking</a:t>
              </a:r>
            </a:p>
          </p:txBody>
        </p:sp>
      </p:grpSp>
      <p:sp>
        <p:nvSpPr>
          <p:cNvPr id="26" name="Rounded Rectangle 25"/>
          <p:cNvSpPr/>
          <p:nvPr/>
        </p:nvSpPr>
        <p:spPr>
          <a:xfrm>
            <a:off x="4660750" y="4208359"/>
            <a:ext cx="322381" cy="312072"/>
          </a:xfrm>
          <a:custGeom>
            <a:avLst/>
            <a:gdLst/>
            <a:ahLst/>
            <a:cxnLst/>
            <a:rect l="0" t="0" r="0" b="0"/>
            <a:pathLst>
              <a:path w="322381" h="312072">
                <a:moveTo>
                  <a:pt x="160137" y="297507"/>
                </a:moveTo>
                <a:cubicBezTo>
                  <a:pt x="160138" y="305546"/>
                  <a:pt x="153625" y="312065"/>
                  <a:pt x="145586" y="312072"/>
                </a:cubicBezTo>
                <a:lnTo>
                  <a:pt x="14511" y="312072"/>
                </a:lnTo>
                <a:cubicBezTo>
                  <a:pt x="6488" y="312042"/>
                  <a:pt x="0" y="305530"/>
                  <a:pt x="0" y="297507"/>
                </a:cubicBezTo>
                <a:lnTo>
                  <a:pt x="0" y="261120"/>
                </a:lnTo>
                <a:cubicBezTo>
                  <a:pt x="0" y="216900"/>
                  <a:pt x="35848" y="181051"/>
                  <a:pt x="80069" y="181051"/>
                </a:cubicBezTo>
                <a:cubicBezTo>
                  <a:pt x="124289" y="181051"/>
                  <a:pt x="160138" y="216900"/>
                  <a:pt x="160138" y="261120"/>
                </a:cubicBezTo>
                <a:close/>
                <a:moveTo>
                  <a:pt x="49497" y="230549"/>
                </a:moveTo>
                <a:cubicBezTo>
                  <a:pt x="49497" y="232425"/>
                  <a:pt x="51018" y="233946"/>
                  <a:pt x="52894" y="233946"/>
                </a:cubicBezTo>
                <a:cubicBezTo>
                  <a:pt x="54770" y="233946"/>
                  <a:pt x="56291" y="232425"/>
                  <a:pt x="56291" y="230549"/>
                </a:cubicBezTo>
                <a:cubicBezTo>
                  <a:pt x="56291" y="228673"/>
                  <a:pt x="54770" y="227153"/>
                  <a:pt x="52894" y="227153"/>
                </a:cubicBezTo>
                <a:cubicBezTo>
                  <a:pt x="51018" y="227153"/>
                  <a:pt x="49497" y="228673"/>
                  <a:pt x="49497" y="230549"/>
                </a:cubicBezTo>
                <a:moveTo>
                  <a:pt x="103846" y="230454"/>
                </a:moveTo>
                <a:cubicBezTo>
                  <a:pt x="103846" y="232330"/>
                  <a:pt x="105367" y="233851"/>
                  <a:pt x="107243" y="233851"/>
                </a:cubicBezTo>
                <a:cubicBezTo>
                  <a:pt x="109119" y="233851"/>
                  <a:pt x="110640" y="232330"/>
                  <a:pt x="110640" y="230454"/>
                </a:cubicBezTo>
                <a:cubicBezTo>
                  <a:pt x="110640" y="228578"/>
                  <a:pt x="109119" y="227057"/>
                  <a:pt x="107243" y="227057"/>
                </a:cubicBezTo>
                <a:cubicBezTo>
                  <a:pt x="105367" y="227057"/>
                  <a:pt x="103846" y="228578"/>
                  <a:pt x="103846" y="230454"/>
                </a:cubicBezTo>
                <a:moveTo>
                  <a:pt x="80069" y="181051"/>
                </a:moveTo>
                <a:lnTo>
                  <a:pt x="80069" y="151934"/>
                </a:lnTo>
                <a:moveTo>
                  <a:pt x="58234" y="130100"/>
                </a:moveTo>
                <a:cubicBezTo>
                  <a:pt x="58234" y="142159"/>
                  <a:pt x="68010" y="151934"/>
                  <a:pt x="80069" y="151934"/>
                </a:cubicBezTo>
                <a:cubicBezTo>
                  <a:pt x="92127" y="151934"/>
                  <a:pt x="101903" y="142159"/>
                  <a:pt x="101903" y="130100"/>
                </a:cubicBezTo>
                <a:cubicBezTo>
                  <a:pt x="101903" y="118041"/>
                  <a:pt x="92127" y="108265"/>
                  <a:pt x="80069" y="108265"/>
                </a:cubicBezTo>
                <a:cubicBezTo>
                  <a:pt x="68010" y="108265"/>
                  <a:pt x="58234" y="118041"/>
                  <a:pt x="58234" y="130100"/>
                </a:cubicBezTo>
                <a:moveTo>
                  <a:pt x="0" y="275591"/>
                </a:moveTo>
                <a:lnTo>
                  <a:pt x="160137" y="275591"/>
                </a:lnTo>
                <a:moveTo>
                  <a:pt x="167869" y="115521"/>
                </a:moveTo>
                <a:cubicBezTo>
                  <a:pt x="167862" y="179316"/>
                  <a:pt x="188097" y="231042"/>
                  <a:pt x="213059" y="231042"/>
                </a:cubicBezTo>
                <a:cubicBezTo>
                  <a:pt x="238022" y="231042"/>
                  <a:pt x="258257" y="179316"/>
                  <a:pt x="258250" y="115521"/>
                </a:cubicBezTo>
                <a:cubicBezTo>
                  <a:pt x="258257" y="51725"/>
                  <a:pt x="238022" y="0"/>
                  <a:pt x="213059" y="0"/>
                </a:cubicBezTo>
                <a:cubicBezTo>
                  <a:pt x="188097" y="0"/>
                  <a:pt x="167862" y="51725"/>
                  <a:pt x="167869" y="115521"/>
                </a:cubicBezTo>
                <a:moveTo>
                  <a:pt x="120341" y="147899"/>
                </a:moveTo>
                <a:cubicBezTo>
                  <a:pt x="136866" y="119687"/>
                  <a:pt x="159869" y="95813"/>
                  <a:pt x="187448" y="78251"/>
                </a:cubicBezTo>
                <a:cubicBezTo>
                  <a:pt x="240003" y="42109"/>
                  <a:pt x="294066" y="29473"/>
                  <a:pt x="308224" y="50044"/>
                </a:cubicBezTo>
                <a:cubicBezTo>
                  <a:pt x="322381" y="70615"/>
                  <a:pt x="291226" y="116648"/>
                  <a:pt x="238698" y="152763"/>
                </a:cubicBezTo>
                <a:cubicBezTo>
                  <a:pt x="215923" y="169075"/>
                  <a:pt x="190371" y="181110"/>
                  <a:pt x="163290" y="188280"/>
                </a:cubicBezTo>
                <a:moveTo>
                  <a:pt x="187448" y="152763"/>
                </a:moveTo>
                <a:cubicBezTo>
                  <a:pt x="240003" y="188905"/>
                  <a:pt x="294066" y="201541"/>
                  <a:pt x="308224" y="180970"/>
                </a:cubicBezTo>
                <a:cubicBezTo>
                  <a:pt x="322381" y="160399"/>
                  <a:pt x="291226" y="114393"/>
                  <a:pt x="238671" y="78292"/>
                </a:cubicBezTo>
                <a:cubicBezTo>
                  <a:pt x="186116" y="42191"/>
                  <a:pt x="132053" y="29514"/>
                  <a:pt x="117895" y="50071"/>
                </a:cubicBezTo>
                <a:cubicBezTo>
                  <a:pt x="103737" y="70629"/>
                  <a:pt x="134893" y="116648"/>
                  <a:pt x="187448" y="152763"/>
                </a:cubicBezTo>
                <a:close/>
                <a:moveTo>
                  <a:pt x="192978" y="115521"/>
                </a:moveTo>
                <a:cubicBezTo>
                  <a:pt x="192975" y="104428"/>
                  <a:pt x="201967" y="95434"/>
                  <a:pt x="213059" y="95434"/>
                </a:cubicBezTo>
                <a:cubicBezTo>
                  <a:pt x="224152" y="95434"/>
                  <a:pt x="233144" y="104428"/>
                  <a:pt x="233141" y="115521"/>
                </a:cubicBezTo>
                <a:cubicBezTo>
                  <a:pt x="233144" y="126614"/>
                  <a:pt x="224152" y="135607"/>
                  <a:pt x="213059" y="135607"/>
                </a:cubicBezTo>
                <a:cubicBezTo>
                  <a:pt x="201967" y="135607"/>
                  <a:pt x="192975" y="126614"/>
                  <a:pt x="192978" y="115521"/>
                </a:cubicBezTo>
              </a:path>
            </a:pathLst>
          </a:custGeom>
          <a:noFill/>
          <a:ln w="5093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9" name="Group 28"/>
          <p:cNvGrpSpPr/>
          <p:nvPr/>
        </p:nvGrpSpPr>
        <p:grpSpPr>
          <a:xfrm>
            <a:off x="5080186" y="4201391"/>
            <a:ext cx="1924050" cy="326039"/>
            <a:chOff x="5080186" y="4201391"/>
            <a:chExt cx="1924050" cy="326039"/>
          </a:xfrm>
        </p:grpSpPr>
        <p:sp>
          <p:nvSpPr>
            <p:cNvPr id="27" name="TextBox 26"/>
            <p:cNvSpPr txBox="1"/>
            <p:nvPr/>
          </p:nvSpPr>
          <p:spPr>
            <a:xfrm>
              <a:off x="5080186" y="4201391"/>
              <a:ext cx="2212657" cy="1630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E8F1FF"/>
                  </a:solidFill>
                  <a:latin typeface="Georgia"/>
                </a:rPr>
                <a:t>Pre-Run What-If Simulator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80186" y="4364459"/>
              <a:ext cx="2212657" cy="162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E8F1FF"/>
                  </a:solidFill>
                  <a:latin typeface="Georgia"/>
                </a:rPr>
                <a:t>&amp; Copilot</a:t>
              </a:r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77A5D2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6" name="Group 5"/>
          <p:cNvGrpSpPr/>
          <p:nvPr/>
        </p:nvGrpSpPr>
        <p:grpSpPr>
          <a:xfrm>
            <a:off x="6238819" y="2366720"/>
            <a:ext cx="1076048" cy="632974"/>
            <a:chOff x="6238819" y="2366720"/>
            <a:chExt cx="1076048" cy="632974"/>
          </a:xfrm>
        </p:grpSpPr>
        <p:sp>
          <p:nvSpPr>
            <p:cNvPr id="2" name="Rounded Rectangle 1"/>
            <p:cNvSpPr/>
            <p:nvPr/>
          </p:nvSpPr>
          <p:spPr>
            <a:xfrm>
              <a:off x="6555306" y="2683207"/>
              <a:ext cx="759561" cy="210988"/>
            </a:xfrm>
            <a:custGeom>
              <a:avLst/>
              <a:gdLst/>
              <a:ahLst/>
              <a:cxnLst/>
              <a:rect l="0" t="0" r="0" b="0"/>
              <a:pathLst>
                <a:path w="759561" h="210988">
                  <a:moveTo>
                    <a:pt x="573214" y="189890"/>
                  </a:moveTo>
                  <a:cubicBezTo>
                    <a:pt x="584501" y="164039"/>
                    <a:pt x="590769" y="135502"/>
                    <a:pt x="590769" y="105489"/>
                  </a:cubicBezTo>
                  <a:cubicBezTo>
                    <a:pt x="590769" y="75485"/>
                    <a:pt x="584501" y="46939"/>
                    <a:pt x="573214" y="21097"/>
                  </a:cubicBezTo>
                  <a:lnTo>
                    <a:pt x="717365" y="21097"/>
                  </a:lnTo>
                  <a:lnTo>
                    <a:pt x="717365" y="14068"/>
                  </a:lnTo>
                  <a:cubicBezTo>
                    <a:pt x="717365" y="6296"/>
                    <a:pt x="723661" y="0"/>
                    <a:pt x="731424" y="0"/>
                  </a:cubicBezTo>
                  <a:lnTo>
                    <a:pt x="759561" y="0"/>
                  </a:lnTo>
                  <a:lnTo>
                    <a:pt x="759561" y="210988"/>
                  </a:lnTo>
                  <a:lnTo>
                    <a:pt x="731424" y="210988"/>
                  </a:lnTo>
                  <a:cubicBezTo>
                    <a:pt x="723661" y="210988"/>
                    <a:pt x="717365" y="204692"/>
                    <a:pt x="717365" y="196919"/>
                  </a:cubicBezTo>
                  <a:lnTo>
                    <a:pt x="717365" y="189890"/>
                  </a:lnTo>
                  <a:lnTo>
                    <a:pt x="573214" y="189890"/>
                  </a:lnTo>
                  <a:moveTo>
                    <a:pt x="186347" y="189890"/>
                  </a:moveTo>
                  <a:lnTo>
                    <a:pt x="42195" y="189890"/>
                  </a:lnTo>
                  <a:lnTo>
                    <a:pt x="42195" y="196919"/>
                  </a:lnTo>
                  <a:cubicBezTo>
                    <a:pt x="42195" y="204692"/>
                    <a:pt x="35899" y="210988"/>
                    <a:pt x="28127" y="210988"/>
                  </a:cubicBezTo>
                  <a:lnTo>
                    <a:pt x="0" y="210988"/>
                  </a:lnTo>
                  <a:lnTo>
                    <a:pt x="0" y="0"/>
                  </a:lnTo>
                  <a:lnTo>
                    <a:pt x="28127" y="0"/>
                  </a:lnTo>
                  <a:cubicBezTo>
                    <a:pt x="35899" y="0"/>
                    <a:pt x="42195" y="6296"/>
                    <a:pt x="42195" y="14068"/>
                  </a:cubicBezTo>
                  <a:lnTo>
                    <a:pt x="42195" y="21097"/>
                  </a:lnTo>
                  <a:lnTo>
                    <a:pt x="186347" y="21097"/>
                  </a:lnTo>
                  <a:cubicBezTo>
                    <a:pt x="175050" y="46939"/>
                    <a:pt x="168792" y="75485"/>
                    <a:pt x="168792" y="105489"/>
                  </a:cubicBezTo>
                  <a:cubicBezTo>
                    <a:pt x="168792" y="135502"/>
                    <a:pt x="175050" y="164039"/>
                    <a:pt x="186347" y="189890"/>
                  </a:cubicBez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238819" y="2366720"/>
              <a:ext cx="210988" cy="210988"/>
            </a:xfrm>
            <a:custGeom>
              <a:avLst/>
              <a:gdLst/>
              <a:ahLst/>
              <a:cxnLst/>
              <a:rect l="0" t="0" r="0" b="0"/>
              <a:pathLst>
                <a:path w="210988" h="210988">
                  <a:moveTo>
                    <a:pt x="0" y="210988"/>
                  </a:moveTo>
                  <a:lnTo>
                    <a:pt x="0" y="182860"/>
                  </a:lnTo>
                  <a:cubicBezTo>
                    <a:pt x="0" y="175088"/>
                    <a:pt x="6296" y="168792"/>
                    <a:pt x="14068" y="168792"/>
                  </a:cubicBezTo>
                  <a:lnTo>
                    <a:pt x="21097" y="168792"/>
                  </a:lnTo>
                  <a:lnTo>
                    <a:pt x="21097" y="42195"/>
                  </a:lnTo>
                  <a:lnTo>
                    <a:pt x="14068" y="42195"/>
                  </a:lnTo>
                  <a:cubicBezTo>
                    <a:pt x="6296" y="42195"/>
                    <a:pt x="0" y="35899"/>
                    <a:pt x="0" y="28136"/>
                  </a:cubicBezTo>
                  <a:lnTo>
                    <a:pt x="0" y="0"/>
                  </a:lnTo>
                  <a:lnTo>
                    <a:pt x="210988" y="0"/>
                  </a:lnTo>
                  <a:lnTo>
                    <a:pt x="210988" y="28136"/>
                  </a:lnTo>
                  <a:cubicBezTo>
                    <a:pt x="210988" y="35899"/>
                    <a:pt x="204692" y="42195"/>
                    <a:pt x="196919" y="42195"/>
                  </a:cubicBezTo>
                  <a:lnTo>
                    <a:pt x="189890" y="42195"/>
                  </a:lnTo>
                  <a:lnTo>
                    <a:pt x="189890" y="168792"/>
                  </a:lnTo>
                  <a:lnTo>
                    <a:pt x="196919" y="168792"/>
                  </a:lnTo>
                  <a:cubicBezTo>
                    <a:pt x="204692" y="168792"/>
                    <a:pt x="210988" y="175088"/>
                    <a:pt x="210988" y="182860"/>
                  </a:cubicBezTo>
                  <a:lnTo>
                    <a:pt x="210988" y="210988"/>
                  </a:lnTo>
                  <a:lnTo>
                    <a:pt x="0" y="210988"/>
                  </a:ln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238819" y="2577708"/>
              <a:ext cx="316487" cy="316487"/>
            </a:xfrm>
            <a:custGeom>
              <a:avLst/>
              <a:gdLst/>
              <a:ahLst/>
              <a:cxnLst/>
              <a:rect l="0" t="0" r="0" b="0"/>
              <a:pathLst>
                <a:path w="316487" h="316487">
                  <a:moveTo>
                    <a:pt x="21097" y="126596"/>
                  </a:moveTo>
                  <a:cubicBezTo>
                    <a:pt x="21097" y="219817"/>
                    <a:pt x="96669" y="295389"/>
                    <a:pt x="189890" y="295389"/>
                  </a:cubicBezTo>
                  <a:lnTo>
                    <a:pt x="274291" y="295389"/>
                  </a:lnTo>
                  <a:lnTo>
                    <a:pt x="274291" y="302418"/>
                  </a:lnTo>
                  <a:cubicBezTo>
                    <a:pt x="274291" y="310191"/>
                    <a:pt x="280587" y="316487"/>
                    <a:pt x="288350" y="316487"/>
                  </a:cubicBezTo>
                  <a:lnTo>
                    <a:pt x="316487" y="316487"/>
                  </a:lnTo>
                  <a:lnTo>
                    <a:pt x="316487" y="105498"/>
                  </a:lnTo>
                  <a:lnTo>
                    <a:pt x="288350" y="105498"/>
                  </a:lnTo>
                  <a:cubicBezTo>
                    <a:pt x="280587" y="105498"/>
                    <a:pt x="274291" y="111794"/>
                    <a:pt x="274291" y="119567"/>
                  </a:cubicBezTo>
                  <a:lnTo>
                    <a:pt x="274291" y="126596"/>
                  </a:lnTo>
                  <a:lnTo>
                    <a:pt x="218027" y="126596"/>
                  </a:lnTo>
                  <a:cubicBezTo>
                    <a:pt x="202482" y="126596"/>
                    <a:pt x="189890" y="114004"/>
                    <a:pt x="189890" y="98459"/>
                  </a:cubicBezTo>
                  <a:lnTo>
                    <a:pt x="189890" y="42195"/>
                  </a:lnTo>
                  <a:lnTo>
                    <a:pt x="196919" y="42195"/>
                  </a:lnTo>
                  <a:cubicBezTo>
                    <a:pt x="204692" y="42195"/>
                    <a:pt x="210988" y="35899"/>
                    <a:pt x="210988" y="28136"/>
                  </a:cubicBezTo>
                  <a:lnTo>
                    <a:pt x="210988" y="0"/>
                  </a:lnTo>
                  <a:lnTo>
                    <a:pt x="0" y="0"/>
                  </a:lnTo>
                  <a:lnTo>
                    <a:pt x="0" y="28136"/>
                  </a:lnTo>
                  <a:cubicBezTo>
                    <a:pt x="0" y="35899"/>
                    <a:pt x="6296" y="42195"/>
                    <a:pt x="14068" y="42195"/>
                  </a:cubicBezTo>
                  <a:lnTo>
                    <a:pt x="21097" y="42195"/>
                  </a:lnTo>
                  <a:lnTo>
                    <a:pt x="21097" y="126596"/>
                  </a:ln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724098" y="2577708"/>
              <a:ext cx="421976" cy="421986"/>
            </a:xfrm>
            <a:custGeom>
              <a:avLst/>
              <a:gdLst/>
              <a:ahLst/>
              <a:cxnLst/>
              <a:rect l="0" t="0" r="0" b="0"/>
              <a:pathLst>
                <a:path w="421976" h="421986">
                  <a:moveTo>
                    <a:pt x="421976" y="210988"/>
                  </a:moveTo>
                  <a:cubicBezTo>
                    <a:pt x="421976" y="327517"/>
                    <a:pt x="327517" y="421986"/>
                    <a:pt x="210988" y="421986"/>
                  </a:cubicBezTo>
                  <a:cubicBezTo>
                    <a:pt x="94459" y="421986"/>
                    <a:pt x="0" y="327517"/>
                    <a:pt x="0" y="210988"/>
                  </a:cubicBezTo>
                  <a:cubicBezTo>
                    <a:pt x="0" y="94468"/>
                    <a:pt x="94459" y="0"/>
                    <a:pt x="210988" y="0"/>
                  </a:cubicBezTo>
                  <a:cubicBezTo>
                    <a:pt x="327517" y="0"/>
                    <a:pt x="421976" y="94468"/>
                    <a:pt x="421976" y="210988"/>
                  </a:cubicBez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238819" y="2366721"/>
            <a:ext cx="1076047" cy="632968"/>
            <a:chOff x="6238819" y="2366721"/>
            <a:chExt cx="1076047" cy="632968"/>
          </a:xfrm>
        </p:grpSpPr>
        <p:sp>
          <p:nvSpPr>
            <p:cNvPr id="7" name="Rounded Rectangle 6"/>
            <p:cNvSpPr/>
            <p:nvPr/>
          </p:nvSpPr>
          <p:spPr>
            <a:xfrm>
              <a:off x="6555303" y="2683205"/>
              <a:ext cx="759563" cy="210989"/>
            </a:xfrm>
            <a:custGeom>
              <a:avLst/>
              <a:gdLst/>
              <a:ahLst/>
              <a:cxnLst/>
              <a:rect l="0" t="0" r="0" b="0"/>
              <a:pathLst>
                <a:path w="759563" h="210989">
                  <a:moveTo>
                    <a:pt x="573215" y="189890"/>
                  </a:moveTo>
                  <a:cubicBezTo>
                    <a:pt x="584507" y="164045"/>
                    <a:pt x="590771" y="135501"/>
                    <a:pt x="590771" y="105494"/>
                  </a:cubicBezTo>
                  <a:cubicBezTo>
                    <a:pt x="590771" y="75487"/>
                    <a:pt x="584507" y="46943"/>
                    <a:pt x="573215" y="21098"/>
                  </a:cubicBezTo>
                  <a:lnTo>
                    <a:pt x="717365" y="21098"/>
                  </a:lnTo>
                  <a:lnTo>
                    <a:pt x="717365" y="14065"/>
                  </a:lnTo>
                  <a:cubicBezTo>
                    <a:pt x="717365" y="6297"/>
                    <a:pt x="723662" y="0"/>
                    <a:pt x="731431" y="0"/>
                  </a:cubicBezTo>
                  <a:lnTo>
                    <a:pt x="759563" y="0"/>
                  </a:lnTo>
                  <a:lnTo>
                    <a:pt x="759563" y="210989"/>
                  </a:lnTo>
                  <a:lnTo>
                    <a:pt x="731431" y="210989"/>
                  </a:lnTo>
                  <a:cubicBezTo>
                    <a:pt x="723662" y="210989"/>
                    <a:pt x="717365" y="204692"/>
                    <a:pt x="717365" y="196923"/>
                  </a:cubicBezTo>
                  <a:lnTo>
                    <a:pt x="717365" y="189890"/>
                  </a:lnTo>
                  <a:lnTo>
                    <a:pt x="573215" y="189890"/>
                  </a:lnTo>
                  <a:close/>
                  <a:moveTo>
                    <a:pt x="186348" y="189890"/>
                  </a:moveTo>
                  <a:lnTo>
                    <a:pt x="42197" y="189890"/>
                  </a:lnTo>
                  <a:lnTo>
                    <a:pt x="42197" y="196923"/>
                  </a:lnTo>
                  <a:cubicBezTo>
                    <a:pt x="42197" y="204692"/>
                    <a:pt x="35900" y="210989"/>
                    <a:pt x="28131" y="210989"/>
                  </a:cubicBezTo>
                  <a:lnTo>
                    <a:pt x="0" y="210989"/>
                  </a:lnTo>
                  <a:lnTo>
                    <a:pt x="0" y="0"/>
                  </a:lnTo>
                  <a:lnTo>
                    <a:pt x="28131" y="0"/>
                  </a:lnTo>
                  <a:cubicBezTo>
                    <a:pt x="35900" y="0"/>
                    <a:pt x="42197" y="6297"/>
                    <a:pt x="42197" y="14065"/>
                  </a:cubicBezTo>
                  <a:lnTo>
                    <a:pt x="42197" y="21098"/>
                  </a:lnTo>
                  <a:lnTo>
                    <a:pt x="186348" y="21098"/>
                  </a:lnTo>
                  <a:cubicBezTo>
                    <a:pt x="175056" y="46943"/>
                    <a:pt x="168791" y="75487"/>
                    <a:pt x="168791" y="105494"/>
                  </a:cubicBezTo>
                  <a:cubicBezTo>
                    <a:pt x="168791" y="135501"/>
                    <a:pt x="175056" y="164045"/>
                    <a:pt x="186348" y="189890"/>
                  </a:cubicBezTo>
                  <a:close/>
                  <a:moveTo>
                    <a:pt x="717365" y="21098"/>
                  </a:moveTo>
                  <a:lnTo>
                    <a:pt x="717365" y="189890"/>
                  </a:lnTo>
                  <a:moveTo>
                    <a:pt x="42197" y="189890"/>
                  </a:moveTo>
                  <a:lnTo>
                    <a:pt x="42197" y="21098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8819" y="2366721"/>
              <a:ext cx="210989" cy="210989"/>
            </a:xfrm>
            <a:custGeom>
              <a:avLst/>
              <a:gdLst/>
              <a:ahLst/>
              <a:cxnLst/>
              <a:rect l="0" t="0" r="0" b="0"/>
              <a:pathLst>
                <a:path w="210989" h="210989">
                  <a:moveTo>
                    <a:pt x="0" y="210989"/>
                  </a:moveTo>
                  <a:lnTo>
                    <a:pt x="0" y="182857"/>
                  </a:lnTo>
                  <a:cubicBezTo>
                    <a:pt x="0" y="175089"/>
                    <a:pt x="6297" y="168791"/>
                    <a:pt x="14065" y="168791"/>
                  </a:cubicBezTo>
                  <a:lnTo>
                    <a:pt x="21098" y="168791"/>
                  </a:lnTo>
                  <a:lnTo>
                    <a:pt x="21098" y="42197"/>
                  </a:lnTo>
                  <a:lnTo>
                    <a:pt x="14065" y="42197"/>
                  </a:lnTo>
                  <a:cubicBezTo>
                    <a:pt x="6297" y="42197"/>
                    <a:pt x="0" y="35900"/>
                    <a:pt x="0" y="28131"/>
                  </a:cubicBezTo>
                  <a:lnTo>
                    <a:pt x="0" y="0"/>
                  </a:lnTo>
                  <a:lnTo>
                    <a:pt x="210989" y="0"/>
                  </a:lnTo>
                  <a:lnTo>
                    <a:pt x="210989" y="28131"/>
                  </a:lnTo>
                  <a:cubicBezTo>
                    <a:pt x="210989" y="35900"/>
                    <a:pt x="204692" y="42197"/>
                    <a:pt x="196923" y="42197"/>
                  </a:cubicBezTo>
                  <a:lnTo>
                    <a:pt x="189890" y="42197"/>
                  </a:lnTo>
                  <a:lnTo>
                    <a:pt x="189890" y="168791"/>
                  </a:lnTo>
                  <a:lnTo>
                    <a:pt x="196923" y="168791"/>
                  </a:lnTo>
                  <a:cubicBezTo>
                    <a:pt x="204692" y="168791"/>
                    <a:pt x="210989" y="175089"/>
                    <a:pt x="210989" y="182857"/>
                  </a:cubicBezTo>
                  <a:lnTo>
                    <a:pt x="210989" y="210989"/>
                  </a:lnTo>
                  <a:lnTo>
                    <a:pt x="0" y="210989"/>
                  </a:lnTo>
                  <a:close/>
                  <a:moveTo>
                    <a:pt x="21098" y="168791"/>
                  </a:moveTo>
                  <a:lnTo>
                    <a:pt x="189890" y="168791"/>
                  </a:lnTo>
                  <a:moveTo>
                    <a:pt x="21098" y="42197"/>
                  </a:moveTo>
                  <a:lnTo>
                    <a:pt x="189890" y="42197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8819" y="2577710"/>
              <a:ext cx="316484" cy="316484"/>
            </a:xfrm>
            <a:custGeom>
              <a:avLst/>
              <a:gdLst/>
              <a:ahLst/>
              <a:cxnLst/>
              <a:rect l="0" t="0" r="0" b="0"/>
              <a:pathLst>
                <a:path w="316484" h="316484">
                  <a:moveTo>
                    <a:pt x="21098" y="126593"/>
                  </a:moveTo>
                  <a:cubicBezTo>
                    <a:pt x="21098" y="219814"/>
                    <a:pt x="96669" y="295385"/>
                    <a:pt x="189890" y="295385"/>
                  </a:cubicBezTo>
                  <a:lnTo>
                    <a:pt x="274286" y="295385"/>
                  </a:lnTo>
                  <a:lnTo>
                    <a:pt x="274286" y="302418"/>
                  </a:lnTo>
                  <a:cubicBezTo>
                    <a:pt x="274286" y="310187"/>
                    <a:pt x="280584" y="316484"/>
                    <a:pt x="288352" y="316484"/>
                  </a:cubicBezTo>
                  <a:lnTo>
                    <a:pt x="316484" y="316484"/>
                  </a:lnTo>
                  <a:lnTo>
                    <a:pt x="316484" y="105494"/>
                  </a:lnTo>
                  <a:lnTo>
                    <a:pt x="288352" y="105494"/>
                  </a:lnTo>
                  <a:cubicBezTo>
                    <a:pt x="280584" y="105494"/>
                    <a:pt x="274286" y="111792"/>
                    <a:pt x="274286" y="119560"/>
                  </a:cubicBezTo>
                  <a:lnTo>
                    <a:pt x="274286" y="126593"/>
                  </a:lnTo>
                  <a:lnTo>
                    <a:pt x="218022" y="126593"/>
                  </a:lnTo>
                  <a:cubicBezTo>
                    <a:pt x="202486" y="126593"/>
                    <a:pt x="189890" y="113998"/>
                    <a:pt x="189890" y="98461"/>
                  </a:cubicBezTo>
                  <a:lnTo>
                    <a:pt x="189890" y="42197"/>
                  </a:lnTo>
                  <a:lnTo>
                    <a:pt x="196923" y="42197"/>
                  </a:lnTo>
                  <a:cubicBezTo>
                    <a:pt x="204692" y="42197"/>
                    <a:pt x="210989" y="35900"/>
                    <a:pt x="210989" y="28131"/>
                  </a:cubicBezTo>
                  <a:lnTo>
                    <a:pt x="210989" y="0"/>
                  </a:lnTo>
                  <a:lnTo>
                    <a:pt x="0" y="0"/>
                  </a:lnTo>
                  <a:lnTo>
                    <a:pt x="0" y="28131"/>
                  </a:lnTo>
                  <a:cubicBezTo>
                    <a:pt x="0" y="35900"/>
                    <a:pt x="6297" y="42197"/>
                    <a:pt x="14065" y="42197"/>
                  </a:cubicBezTo>
                  <a:lnTo>
                    <a:pt x="21098" y="42197"/>
                  </a:lnTo>
                  <a:close/>
                  <a:moveTo>
                    <a:pt x="274286" y="126593"/>
                  </a:moveTo>
                  <a:lnTo>
                    <a:pt x="274286" y="295385"/>
                  </a:lnTo>
                  <a:moveTo>
                    <a:pt x="189890" y="42197"/>
                  </a:moveTo>
                  <a:lnTo>
                    <a:pt x="21098" y="42197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724095" y="2577710"/>
              <a:ext cx="421979" cy="421979"/>
            </a:xfrm>
            <a:custGeom>
              <a:avLst/>
              <a:gdLst/>
              <a:ahLst/>
              <a:cxnLst/>
              <a:rect l="0" t="0" r="0" b="0"/>
              <a:pathLst>
                <a:path w="421979" h="421979">
                  <a:moveTo>
                    <a:pt x="421979" y="210989"/>
                  </a:moveTo>
                  <a:cubicBezTo>
                    <a:pt x="421979" y="327515"/>
                    <a:pt x="327515" y="421979"/>
                    <a:pt x="210989" y="421979"/>
                  </a:cubicBezTo>
                  <a:cubicBezTo>
                    <a:pt x="94463" y="421979"/>
                    <a:pt x="0" y="327515"/>
                    <a:pt x="0" y="210989"/>
                  </a:cubicBezTo>
                  <a:cubicBezTo>
                    <a:pt x="0" y="94463"/>
                    <a:pt x="94463" y="0"/>
                    <a:pt x="210989" y="0"/>
                  </a:cubicBezTo>
                  <a:cubicBezTo>
                    <a:pt x="327515" y="0"/>
                    <a:pt x="421979" y="94463"/>
                    <a:pt x="421979" y="210989"/>
                  </a:cubicBezTo>
                  <a:close/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057276" y="1733752"/>
            <a:ext cx="1392535" cy="632964"/>
            <a:chOff x="5057276" y="1733752"/>
            <a:chExt cx="1392535" cy="632964"/>
          </a:xfrm>
        </p:grpSpPr>
        <p:sp>
          <p:nvSpPr>
            <p:cNvPr id="12" name="Rounded Rectangle 11"/>
            <p:cNvSpPr/>
            <p:nvPr/>
          </p:nvSpPr>
          <p:spPr>
            <a:xfrm>
              <a:off x="5373763" y="1839251"/>
              <a:ext cx="759561" cy="210988"/>
            </a:xfrm>
            <a:custGeom>
              <a:avLst/>
              <a:gdLst/>
              <a:ahLst/>
              <a:cxnLst/>
              <a:rect l="0" t="0" r="0" b="0"/>
              <a:pathLst>
                <a:path w="759561" h="210988">
                  <a:moveTo>
                    <a:pt x="573214" y="189890"/>
                  </a:moveTo>
                  <a:cubicBezTo>
                    <a:pt x="584501" y="164039"/>
                    <a:pt x="590769" y="135502"/>
                    <a:pt x="590769" y="105489"/>
                  </a:cubicBezTo>
                  <a:cubicBezTo>
                    <a:pt x="590769" y="75485"/>
                    <a:pt x="584501" y="46939"/>
                    <a:pt x="573214" y="21097"/>
                  </a:cubicBezTo>
                  <a:lnTo>
                    <a:pt x="717365" y="21097"/>
                  </a:lnTo>
                  <a:lnTo>
                    <a:pt x="717365" y="14058"/>
                  </a:lnTo>
                  <a:cubicBezTo>
                    <a:pt x="717365" y="6296"/>
                    <a:pt x="723661" y="0"/>
                    <a:pt x="731424" y="0"/>
                  </a:cubicBezTo>
                  <a:lnTo>
                    <a:pt x="759561" y="0"/>
                  </a:lnTo>
                  <a:lnTo>
                    <a:pt x="759561" y="210988"/>
                  </a:lnTo>
                  <a:lnTo>
                    <a:pt x="731424" y="210988"/>
                  </a:lnTo>
                  <a:cubicBezTo>
                    <a:pt x="723661" y="210988"/>
                    <a:pt x="717365" y="204692"/>
                    <a:pt x="717365" y="196919"/>
                  </a:cubicBezTo>
                  <a:lnTo>
                    <a:pt x="717365" y="189890"/>
                  </a:lnTo>
                  <a:lnTo>
                    <a:pt x="573214" y="189890"/>
                  </a:lnTo>
                  <a:moveTo>
                    <a:pt x="186347" y="189890"/>
                  </a:moveTo>
                  <a:lnTo>
                    <a:pt x="42195" y="189890"/>
                  </a:lnTo>
                  <a:lnTo>
                    <a:pt x="42195" y="196919"/>
                  </a:lnTo>
                  <a:cubicBezTo>
                    <a:pt x="42195" y="204692"/>
                    <a:pt x="35899" y="210988"/>
                    <a:pt x="28127" y="210988"/>
                  </a:cubicBezTo>
                  <a:lnTo>
                    <a:pt x="0" y="210988"/>
                  </a:lnTo>
                  <a:lnTo>
                    <a:pt x="0" y="0"/>
                  </a:lnTo>
                  <a:lnTo>
                    <a:pt x="28127" y="0"/>
                  </a:lnTo>
                  <a:cubicBezTo>
                    <a:pt x="35899" y="0"/>
                    <a:pt x="42195" y="6296"/>
                    <a:pt x="42195" y="14058"/>
                  </a:cubicBezTo>
                  <a:lnTo>
                    <a:pt x="42195" y="21097"/>
                  </a:lnTo>
                  <a:lnTo>
                    <a:pt x="186347" y="21097"/>
                  </a:lnTo>
                  <a:cubicBezTo>
                    <a:pt x="175050" y="46939"/>
                    <a:pt x="168792" y="75485"/>
                    <a:pt x="168792" y="105489"/>
                  </a:cubicBezTo>
                  <a:cubicBezTo>
                    <a:pt x="168792" y="135502"/>
                    <a:pt x="175050" y="164039"/>
                    <a:pt x="186347" y="189890"/>
                  </a:cubicBez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38823" y="2155728"/>
              <a:ext cx="210988" cy="210988"/>
            </a:xfrm>
            <a:custGeom>
              <a:avLst/>
              <a:gdLst/>
              <a:ahLst/>
              <a:cxnLst/>
              <a:rect l="0" t="0" r="0" b="0"/>
              <a:pathLst>
                <a:path w="210988" h="210988">
                  <a:moveTo>
                    <a:pt x="0" y="210988"/>
                  </a:moveTo>
                  <a:lnTo>
                    <a:pt x="0" y="182860"/>
                  </a:lnTo>
                  <a:cubicBezTo>
                    <a:pt x="0" y="175088"/>
                    <a:pt x="6296" y="168792"/>
                    <a:pt x="14058" y="168792"/>
                  </a:cubicBezTo>
                  <a:lnTo>
                    <a:pt x="21097" y="168792"/>
                  </a:lnTo>
                  <a:lnTo>
                    <a:pt x="21097" y="42205"/>
                  </a:lnTo>
                  <a:lnTo>
                    <a:pt x="14058" y="42205"/>
                  </a:lnTo>
                  <a:cubicBezTo>
                    <a:pt x="6296" y="42205"/>
                    <a:pt x="0" y="35899"/>
                    <a:pt x="0" y="28136"/>
                  </a:cubicBezTo>
                  <a:lnTo>
                    <a:pt x="0" y="0"/>
                  </a:lnTo>
                  <a:lnTo>
                    <a:pt x="210988" y="0"/>
                  </a:lnTo>
                  <a:lnTo>
                    <a:pt x="210988" y="28136"/>
                  </a:lnTo>
                  <a:cubicBezTo>
                    <a:pt x="210988" y="35899"/>
                    <a:pt x="204692" y="42205"/>
                    <a:pt x="196919" y="42205"/>
                  </a:cubicBezTo>
                  <a:lnTo>
                    <a:pt x="189890" y="42205"/>
                  </a:lnTo>
                  <a:lnTo>
                    <a:pt x="189890" y="168792"/>
                  </a:lnTo>
                  <a:lnTo>
                    <a:pt x="196919" y="168792"/>
                  </a:lnTo>
                  <a:cubicBezTo>
                    <a:pt x="204692" y="168792"/>
                    <a:pt x="210988" y="175088"/>
                    <a:pt x="210988" y="182860"/>
                  </a:cubicBezTo>
                  <a:lnTo>
                    <a:pt x="210988" y="210988"/>
                  </a:lnTo>
                  <a:lnTo>
                    <a:pt x="0" y="210988"/>
                  </a:ln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057276" y="1839251"/>
              <a:ext cx="316487" cy="316477"/>
            </a:xfrm>
            <a:custGeom>
              <a:avLst/>
              <a:gdLst/>
              <a:ahLst/>
              <a:cxnLst/>
              <a:rect l="0" t="0" r="0" b="0"/>
              <a:pathLst>
                <a:path w="316487" h="316477">
                  <a:moveTo>
                    <a:pt x="21097" y="189890"/>
                  </a:moveTo>
                  <a:cubicBezTo>
                    <a:pt x="21097" y="96669"/>
                    <a:pt x="96669" y="21097"/>
                    <a:pt x="189890" y="21097"/>
                  </a:cubicBezTo>
                  <a:lnTo>
                    <a:pt x="274291" y="21097"/>
                  </a:lnTo>
                  <a:lnTo>
                    <a:pt x="274291" y="14058"/>
                  </a:lnTo>
                  <a:cubicBezTo>
                    <a:pt x="274291" y="6296"/>
                    <a:pt x="280587" y="0"/>
                    <a:pt x="288350" y="0"/>
                  </a:cubicBezTo>
                  <a:lnTo>
                    <a:pt x="316487" y="0"/>
                  </a:lnTo>
                  <a:lnTo>
                    <a:pt x="316487" y="210988"/>
                  </a:lnTo>
                  <a:lnTo>
                    <a:pt x="288350" y="210988"/>
                  </a:lnTo>
                  <a:cubicBezTo>
                    <a:pt x="280587" y="210988"/>
                    <a:pt x="274291" y="204692"/>
                    <a:pt x="274291" y="196919"/>
                  </a:cubicBezTo>
                  <a:lnTo>
                    <a:pt x="274291" y="189890"/>
                  </a:lnTo>
                  <a:lnTo>
                    <a:pt x="218027" y="189890"/>
                  </a:lnTo>
                  <a:cubicBezTo>
                    <a:pt x="202482" y="189890"/>
                    <a:pt x="189890" y="202482"/>
                    <a:pt x="189890" y="218017"/>
                  </a:cubicBezTo>
                  <a:lnTo>
                    <a:pt x="189890" y="274281"/>
                  </a:lnTo>
                  <a:lnTo>
                    <a:pt x="196919" y="274281"/>
                  </a:lnTo>
                  <a:cubicBezTo>
                    <a:pt x="204692" y="274281"/>
                    <a:pt x="210988" y="280577"/>
                    <a:pt x="210988" y="288350"/>
                  </a:cubicBezTo>
                  <a:lnTo>
                    <a:pt x="210988" y="316477"/>
                  </a:lnTo>
                  <a:lnTo>
                    <a:pt x="0" y="316477"/>
                  </a:lnTo>
                  <a:lnTo>
                    <a:pt x="0" y="288350"/>
                  </a:lnTo>
                  <a:cubicBezTo>
                    <a:pt x="0" y="280577"/>
                    <a:pt x="6296" y="274281"/>
                    <a:pt x="14068" y="274281"/>
                  </a:cubicBezTo>
                  <a:lnTo>
                    <a:pt x="21097" y="274281"/>
                  </a:lnTo>
                  <a:lnTo>
                    <a:pt x="21097" y="189890"/>
                  </a:ln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133324" y="1839251"/>
              <a:ext cx="316487" cy="316477"/>
            </a:xfrm>
            <a:custGeom>
              <a:avLst/>
              <a:gdLst/>
              <a:ahLst/>
              <a:cxnLst/>
              <a:rect l="0" t="0" r="0" b="0"/>
              <a:pathLst>
                <a:path w="316487" h="316477">
                  <a:moveTo>
                    <a:pt x="295389" y="189890"/>
                  </a:moveTo>
                  <a:cubicBezTo>
                    <a:pt x="295389" y="96669"/>
                    <a:pt x="219817" y="21097"/>
                    <a:pt x="126596" y="21097"/>
                  </a:cubicBezTo>
                  <a:lnTo>
                    <a:pt x="42195" y="21097"/>
                  </a:lnTo>
                  <a:lnTo>
                    <a:pt x="42195" y="14058"/>
                  </a:lnTo>
                  <a:cubicBezTo>
                    <a:pt x="42195" y="6296"/>
                    <a:pt x="35899" y="0"/>
                    <a:pt x="28127" y="0"/>
                  </a:cubicBezTo>
                  <a:lnTo>
                    <a:pt x="0" y="0"/>
                  </a:lnTo>
                  <a:lnTo>
                    <a:pt x="0" y="210988"/>
                  </a:lnTo>
                  <a:lnTo>
                    <a:pt x="28127" y="210988"/>
                  </a:lnTo>
                  <a:cubicBezTo>
                    <a:pt x="35899" y="210988"/>
                    <a:pt x="42195" y="204692"/>
                    <a:pt x="42195" y="196919"/>
                  </a:cubicBezTo>
                  <a:lnTo>
                    <a:pt x="42195" y="189890"/>
                  </a:lnTo>
                  <a:lnTo>
                    <a:pt x="98459" y="189890"/>
                  </a:lnTo>
                  <a:cubicBezTo>
                    <a:pt x="113995" y="189890"/>
                    <a:pt x="126596" y="202482"/>
                    <a:pt x="126596" y="218017"/>
                  </a:cubicBezTo>
                  <a:lnTo>
                    <a:pt x="126596" y="274281"/>
                  </a:lnTo>
                  <a:lnTo>
                    <a:pt x="119557" y="274281"/>
                  </a:lnTo>
                  <a:cubicBezTo>
                    <a:pt x="111794" y="274281"/>
                    <a:pt x="105498" y="280577"/>
                    <a:pt x="105498" y="288350"/>
                  </a:cubicBezTo>
                  <a:lnTo>
                    <a:pt x="105498" y="316477"/>
                  </a:lnTo>
                  <a:lnTo>
                    <a:pt x="316487" y="316477"/>
                  </a:lnTo>
                  <a:lnTo>
                    <a:pt x="316487" y="288350"/>
                  </a:lnTo>
                  <a:cubicBezTo>
                    <a:pt x="316487" y="280577"/>
                    <a:pt x="310191" y="274281"/>
                    <a:pt x="302418" y="274281"/>
                  </a:cubicBezTo>
                  <a:lnTo>
                    <a:pt x="295389" y="274281"/>
                  </a:lnTo>
                  <a:lnTo>
                    <a:pt x="295389" y="189890"/>
                  </a:ln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542555" y="1733752"/>
              <a:ext cx="421976" cy="421976"/>
            </a:xfrm>
            <a:custGeom>
              <a:avLst/>
              <a:gdLst/>
              <a:ahLst/>
              <a:cxnLst/>
              <a:rect l="0" t="0" r="0" b="0"/>
              <a:pathLst>
                <a:path w="421976" h="421976">
                  <a:moveTo>
                    <a:pt x="421976" y="210988"/>
                  </a:moveTo>
                  <a:cubicBezTo>
                    <a:pt x="421976" y="327517"/>
                    <a:pt x="327517" y="421976"/>
                    <a:pt x="210988" y="421976"/>
                  </a:cubicBezTo>
                  <a:cubicBezTo>
                    <a:pt x="94459" y="421976"/>
                    <a:pt x="0" y="327517"/>
                    <a:pt x="0" y="210988"/>
                  </a:cubicBezTo>
                  <a:cubicBezTo>
                    <a:pt x="0" y="94459"/>
                    <a:pt x="94459" y="0"/>
                    <a:pt x="210988" y="0"/>
                  </a:cubicBezTo>
                  <a:cubicBezTo>
                    <a:pt x="327517" y="0"/>
                    <a:pt x="421976" y="94459"/>
                    <a:pt x="421976" y="210988"/>
                  </a:cubicBez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057276" y="1733752"/>
            <a:ext cx="1392532" cy="632969"/>
            <a:chOff x="5057276" y="1733752"/>
            <a:chExt cx="1392532" cy="632969"/>
          </a:xfrm>
        </p:grpSpPr>
        <p:sp>
          <p:nvSpPr>
            <p:cNvPr id="18" name="Rounded Rectangle 17"/>
            <p:cNvSpPr/>
            <p:nvPr/>
          </p:nvSpPr>
          <p:spPr>
            <a:xfrm>
              <a:off x="5373760" y="1839247"/>
              <a:ext cx="759563" cy="210989"/>
            </a:xfrm>
            <a:custGeom>
              <a:avLst/>
              <a:gdLst/>
              <a:ahLst/>
              <a:cxnLst/>
              <a:rect l="0" t="0" r="0" b="0"/>
              <a:pathLst>
                <a:path w="759563" h="210989">
                  <a:moveTo>
                    <a:pt x="573215" y="189890"/>
                  </a:moveTo>
                  <a:cubicBezTo>
                    <a:pt x="584507" y="164045"/>
                    <a:pt x="590771" y="135501"/>
                    <a:pt x="590771" y="105494"/>
                  </a:cubicBezTo>
                  <a:cubicBezTo>
                    <a:pt x="590771" y="75487"/>
                    <a:pt x="584507" y="46943"/>
                    <a:pt x="573215" y="21098"/>
                  </a:cubicBezTo>
                  <a:lnTo>
                    <a:pt x="717365" y="21098"/>
                  </a:lnTo>
                  <a:lnTo>
                    <a:pt x="717365" y="14065"/>
                  </a:lnTo>
                  <a:cubicBezTo>
                    <a:pt x="717365" y="6297"/>
                    <a:pt x="723662" y="0"/>
                    <a:pt x="731431" y="0"/>
                  </a:cubicBezTo>
                  <a:lnTo>
                    <a:pt x="759563" y="0"/>
                  </a:lnTo>
                  <a:lnTo>
                    <a:pt x="759563" y="210989"/>
                  </a:lnTo>
                  <a:lnTo>
                    <a:pt x="731431" y="210989"/>
                  </a:lnTo>
                  <a:cubicBezTo>
                    <a:pt x="723662" y="210989"/>
                    <a:pt x="717365" y="204692"/>
                    <a:pt x="717365" y="196923"/>
                  </a:cubicBezTo>
                  <a:lnTo>
                    <a:pt x="717365" y="189890"/>
                  </a:lnTo>
                  <a:lnTo>
                    <a:pt x="573215" y="189890"/>
                  </a:lnTo>
                  <a:close/>
                  <a:moveTo>
                    <a:pt x="186348" y="189890"/>
                  </a:moveTo>
                  <a:lnTo>
                    <a:pt x="42197" y="189890"/>
                  </a:lnTo>
                  <a:lnTo>
                    <a:pt x="42197" y="196923"/>
                  </a:lnTo>
                  <a:cubicBezTo>
                    <a:pt x="42197" y="204692"/>
                    <a:pt x="35900" y="210989"/>
                    <a:pt x="28131" y="210989"/>
                  </a:cubicBezTo>
                  <a:lnTo>
                    <a:pt x="0" y="210989"/>
                  </a:lnTo>
                  <a:lnTo>
                    <a:pt x="0" y="0"/>
                  </a:lnTo>
                  <a:lnTo>
                    <a:pt x="28131" y="0"/>
                  </a:lnTo>
                  <a:cubicBezTo>
                    <a:pt x="35900" y="0"/>
                    <a:pt x="42197" y="6297"/>
                    <a:pt x="42197" y="14065"/>
                  </a:cubicBezTo>
                  <a:lnTo>
                    <a:pt x="42197" y="21098"/>
                  </a:lnTo>
                  <a:lnTo>
                    <a:pt x="186348" y="21098"/>
                  </a:lnTo>
                  <a:cubicBezTo>
                    <a:pt x="175056" y="46943"/>
                    <a:pt x="168791" y="75487"/>
                    <a:pt x="168791" y="105494"/>
                  </a:cubicBezTo>
                  <a:cubicBezTo>
                    <a:pt x="168791" y="135501"/>
                    <a:pt x="175056" y="164045"/>
                    <a:pt x="186348" y="189890"/>
                  </a:cubicBezTo>
                  <a:close/>
                  <a:moveTo>
                    <a:pt x="717365" y="21098"/>
                  </a:moveTo>
                  <a:lnTo>
                    <a:pt x="717365" y="189890"/>
                  </a:lnTo>
                  <a:moveTo>
                    <a:pt x="42197" y="189890"/>
                  </a:moveTo>
                  <a:lnTo>
                    <a:pt x="42197" y="21098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238819" y="2155732"/>
              <a:ext cx="210989" cy="210989"/>
            </a:xfrm>
            <a:custGeom>
              <a:avLst/>
              <a:gdLst/>
              <a:ahLst/>
              <a:cxnLst/>
              <a:rect l="0" t="0" r="0" b="0"/>
              <a:pathLst>
                <a:path w="210989" h="210989">
                  <a:moveTo>
                    <a:pt x="0" y="210989"/>
                  </a:moveTo>
                  <a:lnTo>
                    <a:pt x="0" y="182857"/>
                  </a:lnTo>
                  <a:cubicBezTo>
                    <a:pt x="0" y="175089"/>
                    <a:pt x="6297" y="168791"/>
                    <a:pt x="14065" y="168791"/>
                  </a:cubicBezTo>
                  <a:lnTo>
                    <a:pt x="21098" y="168791"/>
                  </a:lnTo>
                  <a:lnTo>
                    <a:pt x="21098" y="42197"/>
                  </a:lnTo>
                  <a:lnTo>
                    <a:pt x="14065" y="42197"/>
                  </a:lnTo>
                  <a:cubicBezTo>
                    <a:pt x="6297" y="42197"/>
                    <a:pt x="0" y="35900"/>
                    <a:pt x="0" y="28131"/>
                  </a:cubicBezTo>
                  <a:lnTo>
                    <a:pt x="0" y="0"/>
                  </a:lnTo>
                  <a:lnTo>
                    <a:pt x="210989" y="0"/>
                  </a:lnTo>
                  <a:lnTo>
                    <a:pt x="210989" y="28131"/>
                  </a:lnTo>
                  <a:cubicBezTo>
                    <a:pt x="210989" y="35900"/>
                    <a:pt x="204692" y="42197"/>
                    <a:pt x="196923" y="42197"/>
                  </a:cubicBezTo>
                  <a:lnTo>
                    <a:pt x="189890" y="42197"/>
                  </a:lnTo>
                  <a:lnTo>
                    <a:pt x="189890" y="168791"/>
                  </a:lnTo>
                  <a:lnTo>
                    <a:pt x="196923" y="168791"/>
                  </a:lnTo>
                  <a:cubicBezTo>
                    <a:pt x="204692" y="168791"/>
                    <a:pt x="210989" y="175089"/>
                    <a:pt x="210989" y="182857"/>
                  </a:cubicBezTo>
                  <a:lnTo>
                    <a:pt x="210989" y="210989"/>
                  </a:lnTo>
                  <a:lnTo>
                    <a:pt x="0" y="210989"/>
                  </a:lnTo>
                  <a:close/>
                  <a:moveTo>
                    <a:pt x="21098" y="168791"/>
                  </a:moveTo>
                  <a:lnTo>
                    <a:pt x="189890" y="168791"/>
                  </a:lnTo>
                  <a:moveTo>
                    <a:pt x="21098" y="42197"/>
                  </a:moveTo>
                  <a:lnTo>
                    <a:pt x="189890" y="42197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057276" y="1839247"/>
              <a:ext cx="316484" cy="316484"/>
            </a:xfrm>
            <a:custGeom>
              <a:avLst/>
              <a:gdLst/>
              <a:ahLst/>
              <a:cxnLst/>
              <a:rect l="0" t="0" r="0" b="0"/>
              <a:pathLst>
                <a:path w="316484" h="316484">
                  <a:moveTo>
                    <a:pt x="21098" y="189890"/>
                  </a:moveTo>
                  <a:cubicBezTo>
                    <a:pt x="21098" y="96669"/>
                    <a:pt x="96669" y="21098"/>
                    <a:pt x="189890" y="21098"/>
                  </a:cubicBezTo>
                  <a:lnTo>
                    <a:pt x="274286" y="21098"/>
                  </a:lnTo>
                  <a:lnTo>
                    <a:pt x="274286" y="14065"/>
                  </a:lnTo>
                  <a:cubicBezTo>
                    <a:pt x="274286" y="6297"/>
                    <a:pt x="280584" y="0"/>
                    <a:pt x="288352" y="0"/>
                  </a:cubicBezTo>
                  <a:lnTo>
                    <a:pt x="316484" y="0"/>
                  </a:lnTo>
                  <a:lnTo>
                    <a:pt x="316484" y="210989"/>
                  </a:lnTo>
                  <a:lnTo>
                    <a:pt x="288352" y="210989"/>
                  </a:lnTo>
                  <a:cubicBezTo>
                    <a:pt x="280584" y="210989"/>
                    <a:pt x="274286" y="204692"/>
                    <a:pt x="274286" y="196923"/>
                  </a:cubicBezTo>
                  <a:lnTo>
                    <a:pt x="274286" y="189890"/>
                  </a:lnTo>
                  <a:lnTo>
                    <a:pt x="218022" y="189890"/>
                  </a:lnTo>
                  <a:cubicBezTo>
                    <a:pt x="202486" y="189890"/>
                    <a:pt x="189890" y="202486"/>
                    <a:pt x="189890" y="218022"/>
                  </a:cubicBezTo>
                  <a:lnTo>
                    <a:pt x="189890" y="274286"/>
                  </a:lnTo>
                  <a:lnTo>
                    <a:pt x="196923" y="274286"/>
                  </a:lnTo>
                  <a:cubicBezTo>
                    <a:pt x="204692" y="274286"/>
                    <a:pt x="210989" y="280584"/>
                    <a:pt x="210989" y="288352"/>
                  </a:cubicBezTo>
                  <a:lnTo>
                    <a:pt x="210989" y="316484"/>
                  </a:lnTo>
                  <a:lnTo>
                    <a:pt x="0" y="316484"/>
                  </a:lnTo>
                  <a:lnTo>
                    <a:pt x="0" y="288352"/>
                  </a:lnTo>
                  <a:cubicBezTo>
                    <a:pt x="0" y="280584"/>
                    <a:pt x="6297" y="274286"/>
                    <a:pt x="14065" y="274286"/>
                  </a:cubicBezTo>
                  <a:lnTo>
                    <a:pt x="21098" y="274286"/>
                  </a:lnTo>
                  <a:close/>
                  <a:moveTo>
                    <a:pt x="274286" y="21098"/>
                  </a:moveTo>
                  <a:lnTo>
                    <a:pt x="274286" y="189890"/>
                  </a:lnTo>
                  <a:moveTo>
                    <a:pt x="21098" y="274286"/>
                  </a:moveTo>
                  <a:lnTo>
                    <a:pt x="189890" y="274286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133324" y="1839247"/>
              <a:ext cx="316484" cy="316484"/>
            </a:xfrm>
            <a:custGeom>
              <a:avLst/>
              <a:gdLst/>
              <a:ahLst/>
              <a:cxnLst/>
              <a:rect l="0" t="0" r="0" b="0"/>
              <a:pathLst>
                <a:path w="316484" h="316484">
                  <a:moveTo>
                    <a:pt x="295385" y="189890"/>
                  </a:moveTo>
                  <a:cubicBezTo>
                    <a:pt x="295385" y="96669"/>
                    <a:pt x="219814" y="21098"/>
                    <a:pt x="126593" y="21098"/>
                  </a:cubicBezTo>
                  <a:lnTo>
                    <a:pt x="42197" y="21098"/>
                  </a:lnTo>
                  <a:lnTo>
                    <a:pt x="42197" y="14065"/>
                  </a:lnTo>
                  <a:cubicBezTo>
                    <a:pt x="42197" y="6297"/>
                    <a:pt x="35900" y="0"/>
                    <a:pt x="28131" y="0"/>
                  </a:cubicBezTo>
                  <a:lnTo>
                    <a:pt x="0" y="0"/>
                  </a:lnTo>
                  <a:lnTo>
                    <a:pt x="0" y="210989"/>
                  </a:lnTo>
                  <a:lnTo>
                    <a:pt x="28131" y="210989"/>
                  </a:lnTo>
                  <a:cubicBezTo>
                    <a:pt x="35900" y="210989"/>
                    <a:pt x="42197" y="204692"/>
                    <a:pt x="42197" y="196923"/>
                  </a:cubicBezTo>
                  <a:lnTo>
                    <a:pt x="42197" y="189890"/>
                  </a:lnTo>
                  <a:lnTo>
                    <a:pt x="98461" y="189890"/>
                  </a:lnTo>
                  <a:cubicBezTo>
                    <a:pt x="113998" y="189890"/>
                    <a:pt x="126593" y="202486"/>
                    <a:pt x="126593" y="218022"/>
                  </a:cubicBezTo>
                  <a:lnTo>
                    <a:pt x="126593" y="274286"/>
                  </a:lnTo>
                  <a:lnTo>
                    <a:pt x="119560" y="274286"/>
                  </a:lnTo>
                  <a:cubicBezTo>
                    <a:pt x="111792" y="274286"/>
                    <a:pt x="105494" y="280584"/>
                    <a:pt x="105494" y="288352"/>
                  </a:cubicBezTo>
                  <a:lnTo>
                    <a:pt x="105494" y="316484"/>
                  </a:lnTo>
                  <a:lnTo>
                    <a:pt x="316484" y="316484"/>
                  </a:lnTo>
                  <a:lnTo>
                    <a:pt x="316484" y="288352"/>
                  </a:lnTo>
                  <a:cubicBezTo>
                    <a:pt x="316484" y="280584"/>
                    <a:pt x="310187" y="274286"/>
                    <a:pt x="302418" y="274286"/>
                  </a:cubicBezTo>
                  <a:lnTo>
                    <a:pt x="295385" y="274286"/>
                  </a:lnTo>
                  <a:close/>
                  <a:moveTo>
                    <a:pt x="42197" y="189890"/>
                  </a:moveTo>
                  <a:lnTo>
                    <a:pt x="42197" y="21098"/>
                  </a:lnTo>
                  <a:moveTo>
                    <a:pt x="295385" y="274286"/>
                  </a:moveTo>
                  <a:lnTo>
                    <a:pt x="126593" y="274286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542552" y="1733752"/>
              <a:ext cx="421979" cy="421979"/>
            </a:xfrm>
            <a:custGeom>
              <a:avLst/>
              <a:gdLst/>
              <a:ahLst/>
              <a:cxnLst/>
              <a:rect l="0" t="0" r="0" b="0"/>
              <a:pathLst>
                <a:path w="421979" h="421979">
                  <a:moveTo>
                    <a:pt x="421979" y="210989"/>
                  </a:moveTo>
                  <a:cubicBezTo>
                    <a:pt x="421979" y="327516"/>
                    <a:pt x="327515" y="421979"/>
                    <a:pt x="210989" y="421979"/>
                  </a:cubicBezTo>
                  <a:cubicBezTo>
                    <a:pt x="94463" y="421979"/>
                    <a:pt x="0" y="327516"/>
                    <a:pt x="0" y="210989"/>
                  </a:cubicBezTo>
                  <a:cubicBezTo>
                    <a:pt x="0" y="94463"/>
                    <a:pt x="94463" y="0"/>
                    <a:pt x="210989" y="0"/>
                  </a:cubicBezTo>
                  <a:cubicBezTo>
                    <a:pt x="327515" y="0"/>
                    <a:pt x="421979" y="94463"/>
                    <a:pt x="421979" y="210989"/>
                  </a:cubicBezTo>
                  <a:close/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875733" y="1944741"/>
            <a:ext cx="1392535" cy="632965"/>
            <a:chOff x="3875733" y="1944741"/>
            <a:chExt cx="1392535" cy="632965"/>
          </a:xfrm>
        </p:grpSpPr>
        <p:sp>
          <p:nvSpPr>
            <p:cNvPr id="24" name="Rounded Rectangle 23"/>
            <p:cNvSpPr/>
            <p:nvPr/>
          </p:nvSpPr>
          <p:spPr>
            <a:xfrm>
              <a:off x="4192220" y="2261228"/>
              <a:ext cx="759561" cy="210988"/>
            </a:xfrm>
            <a:custGeom>
              <a:avLst/>
              <a:gdLst/>
              <a:ahLst/>
              <a:cxnLst/>
              <a:rect l="0" t="0" r="0" b="0"/>
              <a:pathLst>
                <a:path w="759561" h="210988">
                  <a:moveTo>
                    <a:pt x="573214" y="189890"/>
                  </a:moveTo>
                  <a:cubicBezTo>
                    <a:pt x="584501" y="164039"/>
                    <a:pt x="590769" y="135502"/>
                    <a:pt x="590769" y="105489"/>
                  </a:cubicBezTo>
                  <a:cubicBezTo>
                    <a:pt x="590769" y="75485"/>
                    <a:pt x="584501" y="46939"/>
                    <a:pt x="573214" y="21097"/>
                  </a:cubicBezTo>
                  <a:lnTo>
                    <a:pt x="717365" y="21097"/>
                  </a:lnTo>
                  <a:lnTo>
                    <a:pt x="717365" y="14058"/>
                  </a:lnTo>
                  <a:cubicBezTo>
                    <a:pt x="717365" y="6296"/>
                    <a:pt x="723661" y="0"/>
                    <a:pt x="731424" y="0"/>
                  </a:cubicBezTo>
                  <a:lnTo>
                    <a:pt x="759561" y="0"/>
                  </a:lnTo>
                  <a:lnTo>
                    <a:pt x="759561" y="210988"/>
                  </a:lnTo>
                  <a:lnTo>
                    <a:pt x="731424" y="210988"/>
                  </a:lnTo>
                  <a:cubicBezTo>
                    <a:pt x="723661" y="210988"/>
                    <a:pt x="717365" y="204692"/>
                    <a:pt x="717365" y="196919"/>
                  </a:cubicBezTo>
                  <a:lnTo>
                    <a:pt x="717365" y="189890"/>
                  </a:lnTo>
                  <a:lnTo>
                    <a:pt x="573214" y="189890"/>
                  </a:lnTo>
                  <a:moveTo>
                    <a:pt x="186347" y="189890"/>
                  </a:moveTo>
                  <a:lnTo>
                    <a:pt x="42195" y="189890"/>
                  </a:lnTo>
                  <a:lnTo>
                    <a:pt x="42195" y="196919"/>
                  </a:lnTo>
                  <a:cubicBezTo>
                    <a:pt x="42195" y="204692"/>
                    <a:pt x="35899" y="210988"/>
                    <a:pt x="28127" y="210988"/>
                  </a:cubicBezTo>
                  <a:lnTo>
                    <a:pt x="0" y="210988"/>
                  </a:lnTo>
                  <a:lnTo>
                    <a:pt x="0" y="0"/>
                  </a:lnTo>
                  <a:lnTo>
                    <a:pt x="28127" y="0"/>
                  </a:lnTo>
                  <a:cubicBezTo>
                    <a:pt x="35899" y="0"/>
                    <a:pt x="42195" y="6296"/>
                    <a:pt x="42195" y="14058"/>
                  </a:cubicBezTo>
                  <a:lnTo>
                    <a:pt x="42195" y="21097"/>
                  </a:lnTo>
                  <a:lnTo>
                    <a:pt x="186347" y="21097"/>
                  </a:lnTo>
                  <a:cubicBezTo>
                    <a:pt x="175050" y="46939"/>
                    <a:pt x="168792" y="75485"/>
                    <a:pt x="168792" y="105489"/>
                  </a:cubicBezTo>
                  <a:cubicBezTo>
                    <a:pt x="168792" y="135502"/>
                    <a:pt x="175050" y="164039"/>
                    <a:pt x="186347" y="189890"/>
                  </a:cubicBez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875733" y="1944741"/>
              <a:ext cx="210988" cy="210988"/>
            </a:xfrm>
            <a:custGeom>
              <a:avLst/>
              <a:gdLst/>
              <a:ahLst/>
              <a:cxnLst/>
              <a:rect l="0" t="0" r="0" b="0"/>
              <a:pathLst>
                <a:path w="210988" h="210988">
                  <a:moveTo>
                    <a:pt x="0" y="210988"/>
                  </a:moveTo>
                  <a:lnTo>
                    <a:pt x="0" y="182860"/>
                  </a:lnTo>
                  <a:cubicBezTo>
                    <a:pt x="0" y="175088"/>
                    <a:pt x="6296" y="168792"/>
                    <a:pt x="14068" y="168792"/>
                  </a:cubicBezTo>
                  <a:lnTo>
                    <a:pt x="21097" y="168792"/>
                  </a:lnTo>
                  <a:lnTo>
                    <a:pt x="21097" y="42195"/>
                  </a:lnTo>
                  <a:lnTo>
                    <a:pt x="14068" y="42195"/>
                  </a:lnTo>
                  <a:cubicBezTo>
                    <a:pt x="6296" y="42195"/>
                    <a:pt x="0" y="35899"/>
                    <a:pt x="0" y="28127"/>
                  </a:cubicBezTo>
                  <a:lnTo>
                    <a:pt x="0" y="0"/>
                  </a:lnTo>
                  <a:lnTo>
                    <a:pt x="210988" y="0"/>
                  </a:lnTo>
                  <a:lnTo>
                    <a:pt x="210988" y="28127"/>
                  </a:lnTo>
                  <a:cubicBezTo>
                    <a:pt x="210988" y="35899"/>
                    <a:pt x="204692" y="42195"/>
                    <a:pt x="196919" y="42195"/>
                  </a:cubicBezTo>
                  <a:lnTo>
                    <a:pt x="189890" y="42195"/>
                  </a:lnTo>
                  <a:lnTo>
                    <a:pt x="189890" y="168792"/>
                  </a:lnTo>
                  <a:lnTo>
                    <a:pt x="196919" y="168792"/>
                  </a:lnTo>
                  <a:cubicBezTo>
                    <a:pt x="204692" y="168792"/>
                    <a:pt x="210988" y="175088"/>
                    <a:pt x="210988" y="182860"/>
                  </a:cubicBezTo>
                  <a:lnTo>
                    <a:pt x="210988" y="210988"/>
                  </a:lnTo>
                  <a:lnTo>
                    <a:pt x="0" y="210988"/>
                  </a:ln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951781" y="2155730"/>
              <a:ext cx="316487" cy="316487"/>
            </a:xfrm>
            <a:custGeom>
              <a:avLst/>
              <a:gdLst/>
              <a:ahLst/>
              <a:cxnLst/>
              <a:rect l="0" t="0" r="0" b="0"/>
              <a:pathLst>
                <a:path w="316487" h="316487">
                  <a:moveTo>
                    <a:pt x="295389" y="126596"/>
                  </a:moveTo>
                  <a:cubicBezTo>
                    <a:pt x="295389" y="219817"/>
                    <a:pt x="219817" y="295389"/>
                    <a:pt x="126596" y="295389"/>
                  </a:cubicBezTo>
                  <a:lnTo>
                    <a:pt x="42195" y="295389"/>
                  </a:lnTo>
                  <a:lnTo>
                    <a:pt x="42195" y="302418"/>
                  </a:lnTo>
                  <a:cubicBezTo>
                    <a:pt x="42195" y="310191"/>
                    <a:pt x="35899" y="316487"/>
                    <a:pt x="28127" y="316487"/>
                  </a:cubicBezTo>
                  <a:lnTo>
                    <a:pt x="0" y="316487"/>
                  </a:lnTo>
                  <a:lnTo>
                    <a:pt x="0" y="105498"/>
                  </a:lnTo>
                  <a:lnTo>
                    <a:pt x="28127" y="105498"/>
                  </a:lnTo>
                  <a:cubicBezTo>
                    <a:pt x="35899" y="105498"/>
                    <a:pt x="42195" y="111794"/>
                    <a:pt x="42195" y="119557"/>
                  </a:cubicBezTo>
                  <a:lnTo>
                    <a:pt x="42195" y="126596"/>
                  </a:lnTo>
                  <a:lnTo>
                    <a:pt x="98459" y="126596"/>
                  </a:lnTo>
                  <a:cubicBezTo>
                    <a:pt x="113995" y="126596"/>
                    <a:pt x="126596" y="114004"/>
                    <a:pt x="126596" y="98459"/>
                  </a:cubicBezTo>
                  <a:lnTo>
                    <a:pt x="126596" y="42195"/>
                  </a:lnTo>
                  <a:lnTo>
                    <a:pt x="119557" y="42195"/>
                  </a:lnTo>
                  <a:cubicBezTo>
                    <a:pt x="111794" y="42195"/>
                    <a:pt x="105498" y="35899"/>
                    <a:pt x="105498" y="28136"/>
                  </a:cubicBezTo>
                  <a:lnTo>
                    <a:pt x="105498" y="0"/>
                  </a:lnTo>
                  <a:lnTo>
                    <a:pt x="316487" y="0"/>
                  </a:lnTo>
                  <a:lnTo>
                    <a:pt x="316487" y="28136"/>
                  </a:lnTo>
                  <a:cubicBezTo>
                    <a:pt x="316487" y="35899"/>
                    <a:pt x="310191" y="42195"/>
                    <a:pt x="302418" y="42195"/>
                  </a:cubicBezTo>
                  <a:lnTo>
                    <a:pt x="295389" y="42195"/>
                  </a:lnTo>
                  <a:lnTo>
                    <a:pt x="295389" y="126596"/>
                  </a:ln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875733" y="2155730"/>
              <a:ext cx="316487" cy="316487"/>
            </a:xfrm>
            <a:custGeom>
              <a:avLst/>
              <a:gdLst/>
              <a:ahLst/>
              <a:cxnLst/>
              <a:rect l="0" t="0" r="0" b="0"/>
              <a:pathLst>
                <a:path w="316487" h="316487">
                  <a:moveTo>
                    <a:pt x="21097" y="126596"/>
                  </a:moveTo>
                  <a:cubicBezTo>
                    <a:pt x="21097" y="219817"/>
                    <a:pt x="96669" y="295389"/>
                    <a:pt x="189890" y="295389"/>
                  </a:cubicBezTo>
                  <a:lnTo>
                    <a:pt x="274291" y="295389"/>
                  </a:lnTo>
                  <a:lnTo>
                    <a:pt x="274291" y="302418"/>
                  </a:lnTo>
                  <a:cubicBezTo>
                    <a:pt x="274291" y="310191"/>
                    <a:pt x="280587" y="316487"/>
                    <a:pt x="288350" y="316487"/>
                  </a:cubicBezTo>
                  <a:lnTo>
                    <a:pt x="316487" y="316487"/>
                  </a:lnTo>
                  <a:lnTo>
                    <a:pt x="316487" y="105498"/>
                  </a:lnTo>
                  <a:lnTo>
                    <a:pt x="288350" y="105498"/>
                  </a:lnTo>
                  <a:cubicBezTo>
                    <a:pt x="280587" y="105498"/>
                    <a:pt x="274291" y="111794"/>
                    <a:pt x="274291" y="119557"/>
                  </a:cubicBezTo>
                  <a:lnTo>
                    <a:pt x="274291" y="126596"/>
                  </a:lnTo>
                  <a:lnTo>
                    <a:pt x="218027" y="126596"/>
                  </a:lnTo>
                  <a:cubicBezTo>
                    <a:pt x="202482" y="126596"/>
                    <a:pt x="189890" y="114004"/>
                    <a:pt x="189890" y="98459"/>
                  </a:cubicBezTo>
                  <a:lnTo>
                    <a:pt x="189890" y="42195"/>
                  </a:lnTo>
                  <a:lnTo>
                    <a:pt x="196919" y="42195"/>
                  </a:lnTo>
                  <a:cubicBezTo>
                    <a:pt x="204692" y="42195"/>
                    <a:pt x="210988" y="35899"/>
                    <a:pt x="210988" y="28136"/>
                  </a:cubicBezTo>
                  <a:lnTo>
                    <a:pt x="210988" y="0"/>
                  </a:lnTo>
                  <a:lnTo>
                    <a:pt x="0" y="0"/>
                  </a:lnTo>
                  <a:lnTo>
                    <a:pt x="0" y="28136"/>
                  </a:lnTo>
                  <a:cubicBezTo>
                    <a:pt x="0" y="35899"/>
                    <a:pt x="6296" y="42195"/>
                    <a:pt x="14068" y="42195"/>
                  </a:cubicBezTo>
                  <a:lnTo>
                    <a:pt x="21097" y="42195"/>
                  </a:lnTo>
                  <a:lnTo>
                    <a:pt x="21097" y="126596"/>
                  </a:ln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361012" y="2155730"/>
              <a:ext cx="421976" cy="421976"/>
            </a:xfrm>
            <a:custGeom>
              <a:avLst/>
              <a:gdLst/>
              <a:ahLst/>
              <a:cxnLst/>
              <a:rect l="0" t="0" r="0" b="0"/>
              <a:pathLst>
                <a:path w="421976" h="421976">
                  <a:moveTo>
                    <a:pt x="421976" y="210988"/>
                  </a:moveTo>
                  <a:cubicBezTo>
                    <a:pt x="421976" y="327517"/>
                    <a:pt x="327517" y="421976"/>
                    <a:pt x="210988" y="421976"/>
                  </a:cubicBezTo>
                  <a:cubicBezTo>
                    <a:pt x="94459" y="421976"/>
                    <a:pt x="0" y="327517"/>
                    <a:pt x="0" y="210988"/>
                  </a:cubicBezTo>
                  <a:cubicBezTo>
                    <a:pt x="0" y="94468"/>
                    <a:pt x="94459" y="0"/>
                    <a:pt x="210988" y="0"/>
                  </a:cubicBezTo>
                  <a:cubicBezTo>
                    <a:pt x="327517" y="0"/>
                    <a:pt x="421976" y="94468"/>
                    <a:pt x="421976" y="210988"/>
                  </a:cubicBez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875733" y="1944741"/>
            <a:ext cx="1392532" cy="632969"/>
            <a:chOff x="3875733" y="1944741"/>
            <a:chExt cx="1392532" cy="632969"/>
          </a:xfrm>
        </p:grpSpPr>
        <p:sp>
          <p:nvSpPr>
            <p:cNvPr id="30" name="Rounded Rectangle 29"/>
            <p:cNvSpPr/>
            <p:nvPr/>
          </p:nvSpPr>
          <p:spPr>
            <a:xfrm>
              <a:off x="4192217" y="2261226"/>
              <a:ext cx="759563" cy="210989"/>
            </a:xfrm>
            <a:custGeom>
              <a:avLst/>
              <a:gdLst/>
              <a:ahLst/>
              <a:cxnLst/>
              <a:rect l="0" t="0" r="0" b="0"/>
              <a:pathLst>
                <a:path w="759563" h="210989">
                  <a:moveTo>
                    <a:pt x="573215" y="189890"/>
                  </a:moveTo>
                  <a:cubicBezTo>
                    <a:pt x="584507" y="164045"/>
                    <a:pt x="590771" y="135501"/>
                    <a:pt x="590771" y="105494"/>
                  </a:cubicBezTo>
                  <a:cubicBezTo>
                    <a:pt x="590771" y="75487"/>
                    <a:pt x="584507" y="46943"/>
                    <a:pt x="573215" y="21098"/>
                  </a:cubicBezTo>
                  <a:lnTo>
                    <a:pt x="717365" y="21098"/>
                  </a:lnTo>
                  <a:lnTo>
                    <a:pt x="717365" y="14065"/>
                  </a:lnTo>
                  <a:cubicBezTo>
                    <a:pt x="717365" y="6297"/>
                    <a:pt x="723662" y="0"/>
                    <a:pt x="731431" y="0"/>
                  </a:cubicBezTo>
                  <a:lnTo>
                    <a:pt x="759563" y="0"/>
                  </a:lnTo>
                  <a:lnTo>
                    <a:pt x="759563" y="210989"/>
                  </a:lnTo>
                  <a:lnTo>
                    <a:pt x="731431" y="210989"/>
                  </a:lnTo>
                  <a:cubicBezTo>
                    <a:pt x="723662" y="210989"/>
                    <a:pt x="717365" y="204692"/>
                    <a:pt x="717365" y="196923"/>
                  </a:cubicBezTo>
                  <a:lnTo>
                    <a:pt x="717365" y="189890"/>
                  </a:lnTo>
                  <a:lnTo>
                    <a:pt x="573215" y="189890"/>
                  </a:lnTo>
                  <a:close/>
                  <a:moveTo>
                    <a:pt x="186348" y="189890"/>
                  </a:moveTo>
                  <a:lnTo>
                    <a:pt x="42197" y="189890"/>
                  </a:lnTo>
                  <a:lnTo>
                    <a:pt x="42197" y="196923"/>
                  </a:lnTo>
                  <a:cubicBezTo>
                    <a:pt x="42197" y="204692"/>
                    <a:pt x="35900" y="210989"/>
                    <a:pt x="28131" y="210989"/>
                  </a:cubicBezTo>
                  <a:lnTo>
                    <a:pt x="0" y="210989"/>
                  </a:lnTo>
                  <a:lnTo>
                    <a:pt x="0" y="0"/>
                  </a:lnTo>
                  <a:lnTo>
                    <a:pt x="28131" y="0"/>
                  </a:lnTo>
                  <a:cubicBezTo>
                    <a:pt x="35900" y="0"/>
                    <a:pt x="42197" y="6297"/>
                    <a:pt x="42197" y="14065"/>
                  </a:cubicBezTo>
                  <a:lnTo>
                    <a:pt x="42197" y="21098"/>
                  </a:lnTo>
                  <a:lnTo>
                    <a:pt x="186348" y="21098"/>
                  </a:lnTo>
                  <a:cubicBezTo>
                    <a:pt x="175056" y="46943"/>
                    <a:pt x="168791" y="75487"/>
                    <a:pt x="168791" y="105494"/>
                  </a:cubicBezTo>
                  <a:cubicBezTo>
                    <a:pt x="168791" y="135501"/>
                    <a:pt x="175056" y="164045"/>
                    <a:pt x="186348" y="189890"/>
                  </a:cubicBezTo>
                  <a:close/>
                  <a:moveTo>
                    <a:pt x="717365" y="21098"/>
                  </a:moveTo>
                  <a:lnTo>
                    <a:pt x="717365" y="189890"/>
                  </a:lnTo>
                  <a:moveTo>
                    <a:pt x="42197" y="189890"/>
                  </a:moveTo>
                  <a:lnTo>
                    <a:pt x="42197" y="21098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875733" y="1944741"/>
              <a:ext cx="210989" cy="210989"/>
            </a:xfrm>
            <a:custGeom>
              <a:avLst/>
              <a:gdLst/>
              <a:ahLst/>
              <a:cxnLst/>
              <a:rect l="0" t="0" r="0" b="0"/>
              <a:pathLst>
                <a:path w="210989" h="210989">
                  <a:moveTo>
                    <a:pt x="0" y="210989"/>
                  </a:moveTo>
                  <a:lnTo>
                    <a:pt x="0" y="182857"/>
                  </a:lnTo>
                  <a:cubicBezTo>
                    <a:pt x="0" y="175089"/>
                    <a:pt x="6297" y="168791"/>
                    <a:pt x="14065" y="168791"/>
                  </a:cubicBezTo>
                  <a:lnTo>
                    <a:pt x="21098" y="168791"/>
                  </a:lnTo>
                  <a:lnTo>
                    <a:pt x="21098" y="42197"/>
                  </a:lnTo>
                  <a:lnTo>
                    <a:pt x="14065" y="42197"/>
                  </a:lnTo>
                  <a:cubicBezTo>
                    <a:pt x="6297" y="42197"/>
                    <a:pt x="0" y="35900"/>
                    <a:pt x="0" y="28131"/>
                  </a:cubicBezTo>
                  <a:lnTo>
                    <a:pt x="0" y="0"/>
                  </a:lnTo>
                  <a:lnTo>
                    <a:pt x="210989" y="0"/>
                  </a:lnTo>
                  <a:lnTo>
                    <a:pt x="210989" y="28131"/>
                  </a:lnTo>
                  <a:cubicBezTo>
                    <a:pt x="210989" y="35900"/>
                    <a:pt x="204692" y="42197"/>
                    <a:pt x="196923" y="42197"/>
                  </a:cubicBezTo>
                  <a:lnTo>
                    <a:pt x="189890" y="42197"/>
                  </a:lnTo>
                  <a:lnTo>
                    <a:pt x="189890" y="168791"/>
                  </a:lnTo>
                  <a:lnTo>
                    <a:pt x="196923" y="168791"/>
                  </a:lnTo>
                  <a:cubicBezTo>
                    <a:pt x="204692" y="168791"/>
                    <a:pt x="210989" y="175089"/>
                    <a:pt x="210989" y="182857"/>
                  </a:cubicBezTo>
                  <a:lnTo>
                    <a:pt x="210989" y="210989"/>
                  </a:lnTo>
                  <a:lnTo>
                    <a:pt x="0" y="210989"/>
                  </a:lnTo>
                  <a:close/>
                  <a:moveTo>
                    <a:pt x="21098" y="168791"/>
                  </a:moveTo>
                  <a:lnTo>
                    <a:pt x="189890" y="168791"/>
                  </a:lnTo>
                  <a:moveTo>
                    <a:pt x="21098" y="42197"/>
                  </a:moveTo>
                  <a:lnTo>
                    <a:pt x="189890" y="42197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951781" y="2155731"/>
              <a:ext cx="316484" cy="316484"/>
            </a:xfrm>
            <a:custGeom>
              <a:avLst/>
              <a:gdLst/>
              <a:ahLst/>
              <a:cxnLst/>
              <a:rect l="0" t="0" r="0" b="0"/>
              <a:pathLst>
                <a:path w="316484" h="316484">
                  <a:moveTo>
                    <a:pt x="295385" y="126593"/>
                  </a:moveTo>
                  <a:cubicBezTo>
                    <a:pt x="295385" y="219814"/>
                    <a:pt x="219814" y="295385"/>
                    <a:pt x="126593" y="295385"/>
                  </a:cubicBezTo>
                  <a:lnTo>
                    <a:pt x="42197" y="295385"/>
                  </a:lnTo>
                  <a:lnTo>
                    <a:pt x="42197" y="302418"/>
                  </a:lnTo>
                  <a:cubicBezTo>
                    <a:pt x="42197" y="310187"/>
                    <a:pt x="35900" y="316484"/>
                    <a:pt x="28131" y="316484"/>
                  </a:cubicBezTo>
                  <a:lnTo>
                    <a:pt x="0" y="316484"/>
                  </a:lnTo>
                  <a:lnTo>
                    <a:pt x="0" y="105494"/>
                  </a:lnTo>
                  <a:lnTo>
                    <a:pt x="28131" y="105494"/>
                  </a:lnTo>
                  <a:cubicBezTo>
                    <a:pt x="35900" y="105494"/>
                    <a:pt x="42197" y="111792"/>
                    <a:pt x="42197" y="119560"/>
                  </a:cubicBezTo>
                  <a:lnTo>
                    <a:pt x="42197" y="126593"/>
                  </a:lnTo>
                  <a:lnTo>
                    <a:pt x="98461" y="126593"/>
                  </a:lnTo>
                  <a:cubicBezTo>
                    <a:pt x="113998" y="126593"/>
                    <a:pt x="126593" y="113998"/>
                    <a:pt x="126593" y="98461"/>
                  </a:cubicBezTo>
                  <a:lnTo>
                    <a:pt x="126593" y="42197"/>
                  </a:lnTo>
                  <a:lnTo>
                    <a:pt x="119560" y="42197"/>
                  </a:lnTo>
                  <a:cubicBezTo>
                    <a:pt x="111792" y="42197"/>
                    <a:pt x="105494" y="35900"/>
                    <a:pt x="105494" y="28131"/>
                  </a:cubicBezTo>
                  <a:lnTo>
                    <a:pt x="105494" y="0"/>
                  </a:lnTo>
                  <a:lnTo>
                    <a:pt x="316484" y="0"/>
                  </a:lnTo>
                  <a:lnTo>
                    <a:pt x="316484" y="28131"/>
                  </a:lnTo>
                  <a:cubicBezTo>
                    <a:pt x="316484" y="35900"/>
                    <a:pt x="310187" y="42197"/>
                    <a:pt x="302418" y="42197"/>
                  </a:cubicBezTo>
                  <a:lnTo>
                    <a:pt x="295385" y="42197"/>
                  </a:lnTo>
                  <a:lnTo>
                    <a:pt x="295385" y="126593"/>
                  </a:lnTo>
                  <a:close/>
                  <a:moveTo>
                    <a:pt x="42197" y="295385"/>
                  </a:moveTo>
                  <a:lnTo>
                    <a:pt x="42197" y="126593"/>
                  </a:lnTo>
                  <a:moveTo>
                    <a:pt x="126593" y="42197"/>
                  </a:moveTo>
                  <a:lnTo>
                    <a:pt x="295385" y="42197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875733" y="2155731"/>
              <a:ext cx="316484" cy="316484"/>
            </a:xfrm>
            <a:custGeom>
              <a:avLst/>
              <a:gdLst/>
              <a:ahLst/>
              <a:cxnLst/>
              <a:rect l="0" t="0" r="0" b="0"/>
              <a:pathLst>
                <a:path w="316484" h="316484">
                  <a:moveTo>
                    <a:pt x="21098" y="126593"/>
                  </a:moveTo>
                  <a:cubicBezTo>
                    <a:pt x="21098" y="219814"/>
                    <a:pt x="96669" y="295385"/>
                    <a:pt x="189890" y="295385"/>
                  </a:cubicBezTo>
                  <a:lnTo>
                    <a:pt x="274286" y="295385"/>
                  </a:lnTo>
                  <a:lnTo>
                    <a:pt x="274286" y="302418"/>
                  </a:lnTo>
                  <a:cubicBezTo>
                    <a:pt x="274286" y="310187"/>
                    <a:pt x="280584" y="316484"/>
                    <a:pt x="288352" y="316484"/>
                  </a:cubicBezTo>
                  <a:lnTo>
                    <a:pt x="316484" y="316484"/>
                  </a:lnTo>
                  <a:lnTo>
                    <a:pt x="316484" y="105494"/>
                  </a:lnTo>
                  <a:lnTo>
                    <a:pt x="288352" y="105494"/>
                  </a:lnTo>
                  <a:cubicBezTo>
                    <a:pt x="280584" y="105494"/>
                    <a:pt x="274286" y="111792"/>
                    <a:pt x="274286" y="119560"/>
                  </a:cubicBezTo>
                  <a:lnTo>
                    <a:pt x="274286" y="126593"/>
                  </a:lnTo>
                  <a:lnTo>
                    <a:pt x="218022" y="126593"/>
                  </a:lnTo>
                  <a:cubicBezTo>
                    <a:pt x="202486" y="126593"/>
                    <a:pt x="189890" y="113998"/>
                    <a:pt x="189890" y="98461"/>
                  </a:cubicBezTo>
                  <a:lnTo>
                    <a:pt x="189890" y="42197"/>
                  </a:lnTo>
                  <a:lnTo>
                    <a:pt x="196923" y="42197"/>
                  </a:lnTo>
                  <a:cubicBezTo>
                    <a:pt x="204692" y="42197"/>
                    <a:pt x="210989" y="35900"/>
                    <a:pt x="210989" y="28131"/>
                  </a:cubicBezTo>
                  <a:lnTo>
                    <a:pt x="210989" y="0"/>
                  </a:lnTo>
                  <a:lnTo>
                    <a:pt x="0" y="0"/>
                  </a:lnTo>
                  <a:lnTo>
                    <a:pt x="0" y="28131"/>
                  </a:lnTo>
                  <a:cubicBezTo>
                    <a:pt x="0" y="35900"/>
                    <a:pt x="6297" y="42197"/>
                    <a:pt x="14065" y="42197"/>
                  </a:cubicBezTo>
                  <a:lnTo>
                    <a:pt x="21098" y="42197"/>
                  </a:lnTo>
                  <a:close/>
                  <a:moveTo>
                    <a:pt x="274286" y="126593"/>
                  </a:moveTo>
                  <a:lnTo>
                    <a:pt x="274286" y="295385"/>
                  </a:lnTo>
                  <a:moveTo>
                    <a:pt x="189890" y="42197"/>
                  </a:moveTo>
                  <a:lnTo>
                    <a:pt x="21098" y="42197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4361009" y="2155731"/>
              <a:ext cx="421979" cy="421979"/>
            </a:xfrm>
            <a:custGeom>
              <a:avLst/>
              <a:gdLst/>
              <a:ahLst/>
              <a:cxnLst/>
              <a:rect l="0" t="0" r="0" b="0"/>
              <a:pathLst>
                <a:path w="421979" h="421979">
                  <a:moveTo>
                    <a:pt x="421979" y="210989"/>
                  </a:moveTo>
                  <a:cubicBezTo>
                    <a:pt x="421979" y="327515"/>
                    <a:pt x="327515" y="421979"/>
                    <a:pt x="210989" y="421979"/>
                  </a:cubicBezTo>
                  <a:cubicBezTo>
                    <a:pt x="94463" y="421979"/>
                    <a:pt x="0" y="327515"/>
                    <a:pt x="0" y="210989"/>
                  </a:cubicBezTo>
                  <a:cubicBezTo>
                    <a:pt x="0" y="94463"/>
                    <a:pt x="94463" y="0"/>
                    <a:pt x="210989" y="0"/>
                  </a:cubicBezTo>
                  <a:cubicBezTo>
                    <a:pt x="327515" y="0"/>
                    <a:pt x="421979" y="94463"/>
                    <a:pt x="421979" y="210989"/>
                  </a:cubicBezTo>
                  <a:close/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2694190" y="1311772"/>
            <a:ext cx="1392535" cy="843962"/>
            <a:chOff x="2694190" y="1311772"/>
            <a:chExt cx="1392535" cy="843962"/>
          </a:xfrm>
        </p:grpSpPr>
        <p:sp>
          <p:nvSpPr>
            <p:cNvPr id="36" name="Rounded Rectangle 35"/>
            <p:cNvSpPr/>
            <p:nvPr/>
          </p:nvSpPr>
          <p:spPr>
            <a:xfrm>
              <a:off x="3010677" y="1417271"/>
              <a:ext cx="759561" cy="210988"/>
            </a:xfrm>
            <a:custGeom>
              <a:avLst/>
              <a:gdLst/>
              <a:ahLst/>
              <a:cxnLst/>
              <a:rect l="0" t="0" r="0" b="0"/>
              <a:pathLst>
                <a:path w="759561" h="210988">
                  <a:moveTo>
                    <a:pt x="573214" y="189890"/>
                  </a:moveTo>
                  <a:cubicBezTo>
                    <a:pt x="584501" y="164039"/>
                    <a:pt x="590769" y="135502"/>
                    <a:pt x="590769" y="105489"/>
                  </a:cubicBezTo>
                  <a:cubicBezTo>
                    <a:pt x="590769" y="75485"/>
                    <a:pt x="584501" y="46939"/>
                    <a:pt x="573214" y="21097"/>
                  </a:cubicBezTo>
                  <a:lnTo>
                    <a:pt x="717365" y="21097"/>
                  </a:lnTo>
                  <a:lnTo>
                    <a:pt x="717365" y="14058"/>
                  </a:lnTo>
                  <a:cubicBezTo>
                    <a:pt x="717365" y="6296"/>
                    <a:pt x="723661" y="0"/>
                    <a:pt x="731424" y="0"/>
                  </a:cubicBezTo>
                  <a:lnTo>
                    <a:pt x="759561" y="0"/>
                  </a:lnTo>
                  <a:lnTo>
                    <a:pt x="759561" y="210988"/>
                  </a:lnTo>
                  <a:lnTo>
                    <a:pt x="731424" y="210988"/>
                  </a:lnTo>
                  <a:cubicBezTo>
                    <a:pt x="723661" y="210988"/>
                    <a:pt x="717365" y="204692"/>
                    <a:pt x="717365" y="196919"/>
                  </a:cubicBezTo>
                  <a:lnTo>
                    <a:pt x="717365" y="189890"/>
                  </a:lnTo>
                  <a:lnTo>
                    <a:pt x="573214" y="189890"/>
                  </a:lnTo>
                  <a:moveTo>
                    <a:pt x="186347" y="189890"/>
                  </a:moveTo>
                  <a:lnTo>
                    <a:pt x="42195" y="189890"/>
                  </a:lnTo>
                  <a:lnTo>
                    <a:pt x="42195" y="196919"/>
                  </a:lnTo>
                  <a:cubicBezTo>
                    <a:pt x="42195" y="204692"/>
                    <a:pt x="35899" y="210988"/>
                    <a:pt x="28127" y="210988"/>
                  </a:cubicBezTo>
                  <a:lnTo>
                    <a:pt x="0" y="210988"/>
                  </a:lnTo>
                  <a:lnTo>
                    <a:pt x="0" y="0"/>
                  </a:lnTo>
                  <a:lnTo>
                    <a:pt x="28127" y="0"/>
                  </a:lnTo>
                  <a:cubicBezTo>
                    <a:pt x="35899" y="0"/>
                    <a:pt x="42195" y="6296"/>
                    <a:pt x="42195" y="14058"/>
                  </a:cubicBezTo>
                  <a:lnTo>
                    <a:pt x="42195" y="21097"/>
                  </a:lnTo>
                  <a:lnTo>
                    <a:pt x="186347" y="21097"/>
                  </a:lnTo>
                  <a:cubicBezTo>
                    <a:pt x="175050" y="46939"/>
                    <a:pt x="168792" y="75485"/>
                    <a:pt x="168792" y="105489"/>
                  </a:cubicBezTo>
                  <a:cubicBezTo>
                    <a:pt x="168792" y="135502"/>
                    <a:pt x="175050" y="164039"/>
                    <a:pt x="186347" y="189890"/>
                  </a:cubicBez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875737" y="1733748"/>
              <a:ext cx="210988" cy="210988"/>
            </a:xfrm>
            <a:custGeom>
              <a:avLst/>
              <a:gdLst/>
              <a:ahLst/>
              <a:cxnLst/>
              <a:rect l="0" t="0" r="0" b="0"/>
              <a:pathLst>
                <a:path w="210988" h="210988">
                  <a:moveTo>
                    <a:pt x="0" y="210988"/>
                  </a:moveTo>
                  <a:lnTo>
                    <a:pt x="0" y="182860"/>
                  </a:lnTo>
                  <a:cubicBezTo>
                    <a:pt x="0" y="175088"/>
                    <a:pt x="6296" y="168792"/>
                    <a:pt x="14058" y="168792"/>
                  </a:cubicBezTo>
                  <a:lnTo>
                    <a:pt x="21097" y="168792"/>
                  </a:lnTo>
                  <a:lnTo>
                    <a:pt x="21097" y="42205"/>
                  </a:lnTo>
                  <a:lnTo>
                    <a:pt x="14058" y="42205"/>
                  </a:lnTo>
                  <a:cubicBezTo>
                    <a:pt x="6296" y="42205"/>
                    <a:pt x="0" y="35899"/>
                    <a:pt x="0" y="28136"/>
                  </a:cubicBezTo>
                  <a:lnTo>
                    <a:pt x="0" y="0"/>
                  </a:lnTo>
                  <a:lnTo>
                    <a:pt x="210988" y="0"/>
                  </a:lnTo>
                  <a:lnTo>
                    <a:pt x="210988" y="28136"/>
                  </a:lnTo>
                  <a:cubicBezTo>
                    <a:pt x="210988" y="35899"/>
                    <a:pt x="204692" y="42205"/>
                    <a:pt x="196919" y="42205"/>
                  </a:cubicBezTo>
                  <a:lnTo>
                    <a:pt x="189890" y="42205"/>
                  </a:lnTo>
                  <a:lnTo>
                    <a:pt x="189890" y="168792"/>
                  </a:lnTo>
                  <a:lnTo>
                    <a:pt x="196919" y="168792"/>
                  </a:lnTo>
                  <a:cubicBezTo>
                    <a:pt x="204692" y="168792"/>
                    <a:pt x="210988" y="175088"/>
                    <a:pt x="210988" y="182860"/>
                  </a:cubicBezTo>
                  <a:lnTo>
                    <a:pt x="210988" y="210988"/>
                  </a:lnTo>
                  <a:lnTo>
                    <a:pt x="0" y="210988"/>
                  </a:ln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694190" y="1733748"/>
              <a:ext cx="210988" cy="421986"/>
            </a:xfrm>
            <a:custGeom>
              <a:avLst/>
              <a:gdLst/>
              <a:ahLst/>
              <a:cxnLst/>
              <a:rect l="0" t="0" r="0" b="0"/>
              <a:pathLst>
                <a:path w="210988" h="421986">
                  <a:moveTo>
                    <a:pt x="0" y="421986"/>
                  </a:moveTo>
                  <a:lnTo>
                    <a:pt x="0" y="393849"/>
                  </a:lnTo>
                  <a:cubicBezTo>
                    <a:pt x="0" y="386086"/>
                    <a:pt x="6296" y="379780"/>
                    <a:pt x="14068" y="379780"/>
                  </a:cubicBezTo>
                  <a:lnTo>
                    <a:pt x="21097" y="379780"/>
                  </a:lnTo>
                  <a:lnTo>
                    <a:pt x="21097" y="42205"/>
                  </a:lnTo>
                  <a:lnTo>
                    <a:pt x="14068" y="42205"/>
                  </a:lnTo>
                  <a:cubicBezTo>
                    <a:pt x="6296" y="42205"/>
                    <a:pt x="0" y="35899"/>
                    <a:pt x="0" y="28136"/>
                  </a:cubicBezTo>
                  <a:lnTo>
                    <a:pt x="0" y="0"/>
                  </a:lnTo>
                  <a:lnTo>
                    <a:pt x="210988" y="0"/>
                  </a:lnTo>
                  <a:lnTo>
                    <a:pt x="210988" y="28136"/>
                  </a:lnTo>
                  <a:cubicBezTo>
                    <a:pt x="210988" y="35899"/>
                    <a:pt x="204692" y="42205"/>
                    <a:pt x="196919" y="42205"/>
                  </a:cubicBezTo>
                  <a:lnTo>
                    <a:pt x="189890" y="42205"/>
                  </a:lnTo>
                  <a:lnTo>
                    <a:pt x="189890" y="379780"/>
                  </a:lnTo>
                  <a:lnTo>
                    <a:pt x="196919" y="379780"/>
                  </a:lnTo>
                  <a:cubicBezTo>
                    <a:pt x="204692" y="379780"/>
                    <a:pt x="210988" y="386086"/>
                    <a:pt x="210988" y="393849"/>
                  </a:cubicBezTo>
                  <a:lnTo>
                    <a:pt x="210988" y="421986"/>
                  </a:lnTo>
                  <a:lnTo>
                    <a:pt x="0" y="421986"/>
                  </a:ln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3770238" y="1417271"/>
              <a:ext cx="316487" cy="316477"/>
            </a:xfrm>
            <a:custGeom>
              <a:avLst/>
              <a:gdLst/>
              <a:ahLst/>
              <a:cxnLst/>
              <a:rect l="0" t="0" r="0" b="0"/>
              <a:pathLst>
                <a:path w="316487" h="316477">
                  <a:moveTo>
                    <a:pt x="295389" y="189890"/>
                  </a:moveTo>
                  <a:cubicBezTo>
                    <a:pt x="295389" y="96669"/>
                    <a:pt x="219817" y="21097"/>
                    <a:pt x="126596" y="21097"/>
                  </a:cubicBezTo>
                  <a:lnTo>
                    <a:pt x="42195" y="21097"/>
                  </a:lnTo>
                  <a:lnTo>
                    <a:pt x="42195" y="14058"/>
                  </a:lnTo>
                  <a:cubicBezTo>
                    <a:pt x="42195" y="6296"/>
                    <a:pt x="35899" y="0"/>
                    <a:pt x="28127" y="0"/>
                  </a:cubicBezTo>
                  <a:lnTo>
                    <a:pt x="0" y="0"/>
                  </a:lnTo>
                  <a:lnTo>
                    <a:pt x="0" y="210988"/>
                  </a:lnTo>
                  <a:lnTo>
                    <a:pt x="28127" y="210988"/>
                  </a:lnTo>
                  <a:cubicBezTo>
                    <a:pt x="35899" y="210988"/>
                    <a:pt x="42195" y="204692"/>
                    <a:pt x="42195" y="196919"/>
                  </a:cubicBezTo>
                  <a:lnTo>
                    <a:pt x="42195" y="189890"/>
                  </a:lnTo>
                  <a:lnTo>
                    <a:pt x="98459" y="189890"/>
                  </a:lnTo>
                  <a:cubicBezTo>
                    <a:pt x="113995" y="189890"/>
                    <a:pt x="126596" y="202482"/>
                    <a:pt x="126596" y="218017"/>
                  </a:cubicBezTo>
                  <a:lnTo>
                    <a:pt x="126596" y="274281"/>
                  </a:lnTo>
                  <a:lnTo>
                    <a:pt x="119557" y="274281"/>
                  </a:lnTo>
                  <a:cubicBezTo>
                    <a:pt x="111794" y="274281"/>
                    <a:pt x="105498" y="280577"/>
                    <a:pt x="105498" y="288350"/>
                  </a:cubicBezTo>
                  <a:lnTo>
                    <a:pt x="105498" y="316477"/>
                  </a:lnTo>
                  <a:lnTo>
                    <a:pt x="316487" y="316477"/>
                  </a:lnTo>
                  <a:lnTo>
                    <a:pt x="316487" y="288350"/>
                  </a:lnTo>
                  <a:cubicBezTo>
                    <a:pt x="316487" y="280577"/>
                    <a:pt x="310191" y="274281"/>
                    <a:pt x="302418" y="274281"/>
                  </a:cubicBezTo>
                  <a:lnTo>
                    <a:pt x="295389" y="274281"/>
                  </a:lnTo>
                  <a:lnTo>
                    <a:pt x="295389" y="189890"/>
                  </a:ln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2694190" y="1417271"/>
              <a:ext cx="316487" cy="316477"/>
            </a:xfrm>
            <a:custGeom>
              <a:avLst/>
              <a:gdLst/>
              <a:ahLst/>
              <a:cxnLst/>
              <a:rect l="0" t="0" r="0" b="0"/>
              <a:pathLst>
                <a:path w="316487" h="316477">
                  <a:moveTo>
                    <a:pt x="21097" y="189890"/>
                  </a:moveTo>
                  <a:cubicBezTo>
                    <a:pt x="21097" y="96669"/>
                    <a:pt x="96669" y="21097"/>
                    <a:pt x="189890" y="21097"/>
                  </a:cubicBezTo>
                  <a:lnTo>
                    <a:pt x="274291" y="21097"/>
                  </a:lnTo>
                  <a:lnTo>
                    <a:pt x="274291" y="14058"/>
                  </a:lnTo>
                  <a:cubicBezTo>
                    <a:pt x="274291" y="6296"/>
                    <a:pt x="280587" y="0"/>
                    <a:pt x="288350" y="0"/>
                  </a:cubicBezTo>
                  <a:lnTo>
                    <a:pt x="316487" y="0"/>
                  </a:lnTo>
                  <a:lnTo>
                    <a:pt x="316487" y="210988"/>
                  </a:lnTo>
                  <a:lnTo>
                    <a:pt x="288350" y="210988"/>
                  </a:lnTo>
                  <a:cubicBezTo>
                    <a:pt x="280587" y="210988"/>
                    <a:pt x="274291" y="204692"/>
                    <a:pt x="274291" y="196919"/>
                  </a:cubicBezTo>
                  <a:lnTo>
                    <a:pt x="274291" y="189890"/>
                  </a:lnTo>
                  <a:lnTo>
                    <a:pt x="218027" y="189890"/>
                  </a:lnTo>
                  <a:cubicBezTo>
                    <a:pt x="202482" y="189890"/>
                    <a:pt x="189890" y="202482"/>
                    <a:pt x="189890" y="218017"/>
                  </a:cubicBezTo>
                  <a:lnTo>
                    <a:pt x="189890" y="274281"/>
                  </a:lnTo>
                  <a:lnTo>
                    <a:pt x="196919" y="274281"/>
                  </a:lnTo>
                  <a:cubicBezTo>
                    <a:pt x="204692" y="274281"/>
                    <a:pt x="210988" y="280577"/>
                    <a:pt x="210988" y="288350"/>
                  </a:cubicBezTo>
                  <a:lnTo>
                    <a:pt x="210988" y="316477"/>
                  </a:lnTo>
                  <a:lnTo>
                    <a:pt x="0" y="316477"/>
                  </a:lnTo>
                  <a:lnTo>
                    <a:pt x="0" y="288350"/>
                  </a:lnTo>
                  <a:cubicBezTo>
                    <a:pt x="0" y="280577"/>
                    <a:pt x="6296" y="274281"/>
                    <a:pt x="14068" y="274281"/>
                  </a:cubicBezTo>
                  <a:lnTo>
                    <a:pt x="21097" y="274281"/>
                  </a:lnTo>
                  <a:lnTo>
                    <a:pt x="21097" y="189890"/>
                  </a:ln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179469" y="1311772"/>
              <a:ext cx="421976" cy="421976"/>
            </a:xfrm>
            <a:custGeom>
              <a:avLst/>
              <a:gdLst/>
              <a:ahLst/>
              <a:cxnLst/>
              <a:rect l="0" t="0" r="0" b="0"/>
              <a:pathLst>
                <a:path w="421976" h="421976">
                  <a:moveTo>
                    <a:pt x="421976" y="210988"/>
                  </a:moveTo>
                  <a:cubicBezTo>
                    <a:pt x="421976" y="327517"/>
                    <a:pt x="327517" y="421976"/>
                    <a:pt x="210988" y="421976"/>
                  </a:cubicBezTo>
                  <a:cubicBezTo>
                    <a:pt x="94459" y="421976"/>
                    <a:pt x="0" y="327517"/>
                    <a:pt x="0" y="210988"/>
                  </a:cubicBezTo>
                  <a:cubicBezTo>
                    <a:pt x="0" y="94459"/>
                    <a:pt x="94459" y="0"/>
                    <a:pt x="210988" y="0"/>
                  </a:cubicBezTo>
                  <a:cubicBezTo>
                    <a:pt x="327517" y="0"/>
                    <a:pt x="421976" y="94459"/>
                    <a:pt x="421976" y="210988"/>
                  </a:cubicBez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694190" y="1311772"/>
            <a:ext cx="1392532" cy="843958"/>
            <a:chOff x="2694190" y="1311772"/>
            <a:chExt cx="1392532" cy="843958"/>
          </a:xfrm>
        </p:grpSpPr>
        <p:sp>
          <p:nvSpPr>
            <p:cNvPr id="43" name="Rounded Rectangle 42"/>
            <p:cNvSpPr/>
            <p:nvPr/>
          </p:nvSpPr>
          <p:spPr>
            <a:xfrm>
              <a:off x="3010674" y="1417267"/>
              <a:ext cx="759563" cy="210989"/>
            </a:xfrm>
            <a:custGeom>
              <a:avLst/>
              <a:gdLst/>
              <a:ahLst/>
              <a:cxnLst/>
              <a:rect l="0" t="0" r="0" b="0"/>
              <a:pathLst>
                <a:path w="759563" h="210989">
                  <a:moveTo>
                    <a:pt x="573215" y="189890"/>
                  </a:moveTo>
                  <a:cubicBezTo>
                    <a:pt x="584507" y="164045"/>
                    <a:pt x="590771" y="135501"/>
                    <a:pt x="590771" y="105494"/>
                  </a:cubicBezTo>
                  <a:cubicBezTo>
                    <a:pt x="590771" y="75487"/>
                    <a:pt x="584507" y="46943"/>
                    <a:pt x="573215" y="21098"/>
                  </a:cubicBezTo>
                  <a:lnTo>
                    <a:pt x="717365" y="21098"/>
                  </a:lnTo>
                  <a:lnTo>
                    <a:pt x="717365" y="14065"/>
                  </a:lnTo>
                  <a:cubicBezTo>
                    <a:pt x="717365" y="6297"/>
                    <a:pt x="723662" y="0"/>
                    <a:pt x="731431" y="0"/>
                  </a:cubicBezTo>
                  <a:lnTo>
                    <a:pt x="759563" y="0"/>
                  </a:lnTo>
                  <a:lnTo>
                    <a:pt x="759563" y="210989"/>
                  </a:lnTo>
                  <a:lnTo>
                    <a:pt x="731431" y="210989"/>
                  </a:lnTo>
                  <a:cubicBezTo>
                    <a:pt x="723662" y="210989"/>
                    <a:pt x="717365" y="204692"/>
                    <a:pt x="717365" y="196923"/>
                  </a:cubicBezTo>
                  <a:lnTo>
                    <a:pt x="717365" y="189890"/>
                  </a:lnTo>
                  <a:lnTo>
                    <a:pt x="573215" y="189890"/>
                  </a:lnTo>
                  <a:close/>
                  <a:moveTo>
                    <a:pt x="186348" y="189890"/>
                  </a:moveTo>
                  <a:lnTo>
                    <a:pt x="42197" y="189890"/>
                  </a:lnTo>
                  <a:lnTo>
                    <a:pt x="42197" y="196923"/>
                  </a:lnTo>
                  <a:cubicBezTo>
                    <a:pt x="42197" y="204692"/>
                    <a:pt x="35900" y="210989"/>
                    <a:pt x="28131" y="210989"/>
                  </a:cubicBezTo>
                  <a:lnTo>
                    <a:pt x="0" y="210989"/>
                  </a:lnTo>
                  <a:lnTo>
                    <a:pt x="0" y="0"/>
                  </a:lnTo>
                  <a:lnTo>
                    <a:pt x="28131" y="0"/>
                  </a:lnTo>
                  <a:cubicBezTo>
                    <a:pt x="35900" y="0"/>
                    <a:pt x="42197" y="6297"/>
                    <a:pt x="42197" y="14065"/>
                  </a:cubicBezTo>
                  <a:lnTo>
                    <a:pt x="42197" y="21098"/>
                  </a:lnTo>
                  <a:lnTo>
                    <a:pt x="186348" y="21098"/>
                  </a:lnTo>
                  <a:cubicBezTo>
                    <a:pt x="175056" y="46943"/>
                    <a:pt x="168791" y="75487"/>
                    <a:pt x="168791" y="105494"/>
                  </a:cubicBezTo>
                  <a:cubicBezTo>
                    <a:pt x="168791" y="135501"/>
                    <a:pt x="175056" y="164045"/>
                    <a:pt x="186348" y="189890"/>
                  </a:cubicBezTo>
                  <a:close/>
                  <a:moveTo>
                    <a:pt x="717365" y="21098"/>
                  </a:moveTo>
                  <a:lnTo>
                    <a:pt x="717365" y="189890"/>
                  </a:lnTo>
                  <a:moveTo>
                    <a:pt x="42197" y="189890"/>
                  </a:moveTo>
                  <a:lnTo>
                    <a:pt x="42197" y="21098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3875733" y="1733751"/>
              <a:ext cx="210989" cy="210989"/>
            </a:xfrm>
            <a:custGeom>
              <a:avLst/>
              <a:gdLst/>
              <a:ahLst/>
              <a:cxnLst/>
              <a:rect l="0" t="0" r="0" b="0"/>
              <a:pathLst>
                <a:path w="210989" h="210989">
                  <a:moveTo>
                    <a:pt x="0" y="210989"/>
                  </a:moveTo>
                  <a:lnTo>
                    <a:pt x="0" y="182857"/>
                  </a:lnTo>
                  <a:cubicBezTo>
                    <a:pt x="0" y="175089"/>
                    <a:pt x="6297" y="168791"/>
                    <a:pt x="14065" y="168791"/>
                  </a:cubicBezTo>
                  <a:lnTo>
                    <a:pt x="21098" y="168791"/>
                  </a:lnTo>
                  <a:lnTo>
                    <a:pt x="21098" y="42197"/>
                  </a:lnTo>
                  <a:lnTo>
                    <a:pt x="14065" y="42197"/>
                  </a:lnTo>
                  <a:cubicBezTo>
                    <a:pt x="6297" y="42197"/>
                    <a:pt x="0" y="35900"/>
                    <a:pt x="0" y="28131"/>
                  </a:cubicBezTo>
                  <a:lnTo>
                    <a:pt x="0" y="0"/>
                  </a:lnTo>
                  <a:lnTo>
                    <a:pt x="210989" y="0"/>
                  </a:lnTo>
                  <a:lnTo>
                    <a:pt x="210989" y="28131"/>
                  </a:lnTo>
                  <a:cubicBezTo>
                    <a:pt x="210989" y="35900"/>
                    <a:pt x="204692" y="42197"/>
                    <a:pt x="196923" y="42197"/>
                  </a:cubicBezTo>
                  <a:lnTo>
                    <a:pt x="189890" y="42197"/>
                  </a:lnTo>
                  <a:lnTo>
                    <a:pt x="189890" y="168791"/>
                  </a:lnTo>
                  <a:lnTo>
                    <a:pt x="196923" y="168791"/>
                  </a:lnTo>
                  <a:cubicBezTo>
                    <a:pt x="204692" y="168791"/>
                    <a:pt x="210989" y="175089"/>
                    <a:pt x="210989" y="182857"/>
                  </a:cubicBezTo>
                  <a:lnTo>
                    <a:pt x="210989" y="210989"/>
                  </a:lnTo>
                  <a:lnTo>
                    <a:pt x="0" y="210989"/>
                  </a:lnTo>
                  <a:close/>
                  <a:moveTo>
                    <a:pt x="21098" y="168791"/>
                  </a:moveTo>
                  <a:lnTo>
                    <a:pt x="189890" y="168791"/>
                  </a:lnTo>
                  <a:moveTo>
                    <a:pt x="21098" y="42197"/>
                  </a:moveTo>
                  <a:lnTo>
                    <a:pt x="189890" y="42197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2694190" y="1733751"/>
              <a:ext cx="210989" cy="421979"/>
            </a:xfrm>
            <a:custGeom>
              <a:avLst/>
              <a:gdLst/>
              <a:ahLst/>
              <a:cxnLst/>
              <a:rect l="0" t="0" r="0" b="0"/>
              <a:pathLst>
                <a:path w="210989" h="421979">
                  <a:moveTo>
                    <a:pt x="0" y="421979"/>
                  </a:moveTo>
                  <a:lnTo>
                    <a:pt x="0" y="393847"/>
                  </a:lnTo>
                  <a:cubicBezTo>
                    <a:pt x="0" y="386079"/>
                    <a:pt x="6297" y="379781"/>
                    <a:pt x="14065" y="379781"/>
                  </a:cubicBezTo>
                  <a:lnTo>
                    <a:pt x="21098" y="379781"/>
                  </a:lnTo>
                  <a:lnTo>
                    <a:pt x="21098" y="42197"/>
                  </a:lnTo>
                  <a:lnTo>
                    <a:pt x="14065" y="42197"/>
                  </a:lnTo>
                  <a:cubicBezTo>
                    <a:pt x="6297" y="42197"/>
                    <a:pt x="0" y="35900"/>
                    <a:pt x="0" y="28131"/>
                  </a:cubicBezTo>
                  <a:lnTo>
                    <a:pt x="0" y="0"/>
                  </a:lnTo>
                  <a:lnTo>
                    <a:pt x="210989" y="0"/>
                  </a:lnTo>
                  <a:lnTo>
                    <a:pt x="210989" y="28131"/>
                  </a:lnTo>
                  <a:cubicBezTo>
                    <a:pt x="210989" y="35900"/>
                    <a:pt x="204692" y="42197"/>
                    <a:pt x="196923" y="42197"/>
                  </a:cubicBezTo>
                  <a:lnTo>
                    <a:pt x="189890" y="42197"/>
                  </a:lnTo>
                  <a:lnTo>
                    <a:pt x="189890" y="379781"/>
                  </a:lnTo>
                  <a:lnTo>
                    <a:pt x="196923" y="379781"/>
                  </a:lnTo>
                  <a:cubicBezTo>
                    <a:pt x="204692" y="379781"/>
                    <a:pt x="210989" y="386079"/>
                    <a:pt x="210989" y="393847"/>
                  </a:cubicBezTo>
                  <a:lnTo>
                    <a:pt x="210989" y="421979"/>
                  </a:lnTo>
                  <a:lnTo>
                    <a:pt x="0" y="421979"/>
                  </a:lnTo>
                  <a:close/>
                  <a:moveTo>
                    <a:pt x="21098" y="379781"/>
                  </a:moveTo>
                  <a:lnTo>
                    <a:pt x="189890" y="379781"/>
                  </a:lnTo>
                  <a:moveTo>
                    <a:pt x="21098" y="42197"/>
                  </a:moveTo>
                  <a:lnTo>
                    <a:pt x="189890" y="42197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3770238" y="1417267"/>
              <a:ext cx="316484" cy="316484"/>
            </a:xfrm>
            <a:custGeom>
              <a:avLst/>
              <a:gdLst/>
              <a:ahLst/>
              <a:cxnLst/>
              <a:rect l="0" t="0" r="0" b="0"/>
              <a:pathLst>
                <a:path w="316484" h="316484">
                  <a:moveTo>
                    <a:pt x="295385" y="189890"/>
                  </a:moveTo>
                  <a:cubicBezTo>
                    <a:pt x="295385" y="96669"/>
                    <a:pt x="219814" y="21098"/>
                    <a:pt x="126593" y="21098"/>
                  </a:cubicBezTo>
                  <a:lnTo>
                    <a:pt x="42197" y="21098"/>
                  </a:lnTo>
                  <a:lnTo>
                    <a:pt x="42197" y="14065"/>
                  </a:lnTo>
                  <a:cubicBezTo>
                    <a:pt x="42197" y="6297"/>
                    <a:pt x="35900" y="0"/>
                    <a:pt x="28131" y="0"/>
                  </a:cubicBezTo>
                  <a:lnTo>
                    <a:pt x="0" y="0"/>
                  </a:lnTo>
                  <a:lnTo>
                    <a:pt x="0" y="210989"/>
                  </a:lnTo>
                  <a:lnTo>
                    <a:pt x="28131" y="210989"/>
                  </a:lnTo>
                  <a:cubicBezTo>
                    <a:pt x="35900" y="210989"/>
                    <a:pt x="42197" y="204692"/>
                    <a:pt x="42197" y="196923"/>
                  </a:cubicBezTo>
                  <a:lnTo>
                    <a:pt x="42197" y="189890"/>
                  </a:lnTo>
                  <a:lnTo>
                    <a:pt x="98461" y="189890"/>
                  </a:lnTo>
                  <a:cubicBezTo>
                    <a:pt x="113998" y="189890"/>
                    <a:pt x="126593" y="202486"/>
                    <a:pt x="126593" y="218022"/>
                  </a:cubicBezTo>
                  <a:lnTo>
                    <a:pt x="126593" y="274286"/>
                  </a:lnTo>
                  <a:lnTo>
                    <a:pt x="119560" y="274286"/>
                  </a:lnTo>
                  <a:cubicBezTo>
                    <a:pt x="111792" y="274286"/>
                    <a:pt x="105494" y="280584"/>
                    <a:pt x="105494" y="288352"/>
                  </a:cubicBezTo>
                  <a:lnTo>
                    <a:pt x="105494" y="316484"/>
                  </a:lnTo>
                  <a:lnTo>
                    <a:pt x="316484" y="316484"/>
                  </a:lnTo>
                  <a:lnTo>
                    <a:pt x="316484" y="288352"/>
                  </a:lnTo>
                  <a:cubicBezTo>
                    <a:pt x="316484" y="280584"/>
                    <a:pt x="310187" y="274286"/>
                    <a:pt x="302418" y="274286"/>
                  </a:cubicBezTo>
                  <a:lnTo>
                    <a:pt x="295385" y="274286"/>
                  </a:lnTo>
                  <a:close/>
                  <a:moveTo>
                    <a:pt x="42197" y="189890"/>
                  </a:moveTo>
                  <a:lnTo>
                    <a:pt x="42197" y="21098"/>
                  </a:lnTo>
                  <a:moveTo>
                    <a:pt x="295385" y="274286"/>
                  </a:moveTo>
                  <a:lnTo>
                    <a:pt x="126593" y="274286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694190" y="1417267"/>
              <a:ext cx="316484" cy="316484"/>
            </a:xfrm>
            <a:custGeom>
              <a:avLst/>
              <a:gdLst/>
              <a:ahLst/>
              <a:cxnLst/>
              <a:rect l="0" t="0" r="0" b="0"/>
              <a:pathLst>
                <a:path w="316484" h="316484">
                  <a:moveTo>
                    <a:pt x="21098" y="189890"/>
                  </a:moveTo>
                  <a:cubicBezTo>
                    <a:pt x="21098" y="96669"/>
                    <a:pt x="96669" y="21098"/>
                    <a:pt x="189890" y="21098"/>
                  </a:cubicBezTo>
                  <a:lnTo>
                    <a:pt x="274286" y="21098"/>
                  </a:lnTo>
                  <a:lnTo>
                    <a:pt x="274286" y="14065"/>
                  </a:lnTo>
                  <a:cubicBezTo>
                    <a:pt x="274286" y="6297"/>
                    <a:pt x="280584" y="0"/>
                    <a:pt x="288352" y="0"/>
                  </a:cubicBezTo>
                  <a:lnTo>
                    <a:pt x="316484" y="0"/>
                  </a:lnTo>
                  <a:lnTo>
                    <a:pt x="316484" y="210989"/>
                  </a:lnTo>
                  <a:lnTo>
                    <a:pt x="288352" y="210989"/>
                  </a:lnTo>
                  <a:cubicBezTo>
                    <a:pt x="280584" y="210989"/>
                    <a:pt x="274286" y="204692"/>
                    <a:pt x="274286" y="196923"/>
                  </a:cubicBezTo>
                  <a:lnTo>
                    <a:pt x="274286" y="189890"/>
                  </a:lnTo>
                  <a:lnTo>
                    <a:pt x="218022" y="189890"/>
                  </a:lnTo>
                  <a:cubicBezTo>
                    <a:pt x="202486" y="189890"/>
                    <a:pt x="189890" y="202486"/>
                    <a:pt x="189890" y="218022"/>
                  </a:cubicBezTo>
                  <a:lnTo>
                    <a:pt x="189890" y="274286"/>
                  </a:lnTo>
                  <a:lnTo>
                    <a:pt x="196923" y="274286"/>
                  </a:lnTo>
                  <a:cubicBezTo>
                    <a:pt x="204692" y="274286"/>
                    <a:pt x="210989" y="280584"/>
                    <a:pt x="210989" y="288352"/>
                  </a:cubicBezTo>
                  <a:lnTo>
                    <a:pt x="210989" y="316484"/>
                  </a:lnTo>
                  <a:lnTo>
                    <a:pt x="0" y="316484"/>
                  </a:lnTo>
                  <a:lnTo>
                    <a:pt x="0" y="288352"/>
                  </a:lnTo>
                  <a:cubicBezTo>
                    <a:pt x="0" y="280584"/>
                    <a:pt x="6297" y="274286"/>
                    <a:pt x="14065" y="274286"/>
                  </a:cubicBezTo>
                  <a:lnTo>
                    <a:pt x="21098" y="274286"/>
                  </a:lnTo>
                  <a:close/>
                  <a:moveTo>
                    <a:pt x="274286" y="21098"/>
                  </a:moveTo>
                  <a:lnTo>
                    <a:pt x="274286" y="189890"/>
                  </a:lnTo>
                  <a:moveTo>
                    <a:pt x="21098" y="274286"/>
                  </a:moveTo>
                  <a:lnTo>
                    <a:pt x="189890" y="274286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3179466" y="1311772"/>
              <a:ext cx="421979" cy="421979"/>
            </a:xfrm>
            <a:custGeom>
              <a:avLst/>
              <a:gdLst/>
              <a:ahLst/>
              <a:cxnLst/>
              <a:rect l="0" t="0" r="0" b="0"/>
              <a:pathLst>
                <a:path w="421979" h="421979">
                  <a:moveTo>
                    <a:pt x="421979" y="210989"/>
                  </a:moveTo>
                  <a:cubicBezTo>
                    <a:pt x="421979" y="327515"/>
                    <a:pt x="327515" y="421979"/>
                    <a:pt x="210989" y="421979"/>
                  </a:cubicBezTo>
                  <a:cubicBezTo>
                    <a:pt x="94463" y="421979"/>
                    <a:pt x="0" y="327515"/>
                    <a:pt x="0" y="210989"/>
                  </a:cubicBezTo>
                  <a:cubicBezTo>
                    <a:pt x="0" y="94463"/>
                    <a:pt x="94463" y="0"/>
                    <a:pt x="210989" y="0"/>
                  </a:cubicBezTo>
                  <a:cubicBezTo>
                    <a:pt x="327515" y="0"/>
                    <a:pt x="421979" y="94463"/>
                    <a:pt x="421979" y="210989"/>
                  </a:cubicBezTo>
                  <a:close/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1829131" y="2155731"/>
            <a:ext cx="1076049" cy="843962"/>
            <a:chOff x="1829131" y="2155731"/>
            <a:chExt cx="1076049" cy="843962"/>
          </a:xfrm>
        </p:grpSpPr>
        <p:sp>
          <p:nvSpPr>
            <p:cNvPr id="50" name="Rounded Rectangle 49"/>
            <p:cNvSpPr/>
            <p:nvPr/>
          </p:nvSpPr>
          <p:spPr>
            <a:xfrm>
              <a:off x="2694192" y="2155731"/>
              <a:ext cx="210988" cy="421976"/>
            </a:xfrm>
            <a:custGeom>
              <a:avLst/>
              <a:gdLst/>
              <a:ahLst/>
              <a:cxnLst/>
              <a:rect l="0" t="0" r="0" b="0"/>
              <a:pathLst>
                <a:path w="210988" h="421976">
                  <a:moveTo>
                    <a:pt x="0" y="421976"/>
                  </a:moveTo>
                  <a:lnTo>
                    <a:pt x="0" y="393849"/>
                  </a:lnTo>
                  <a:cubicBezTo>
                    <a:pt x="0" y="386076"/>
                    <a:pt x="6296" y="379780"/>
                    <a:pt x="14068" y="379780"/>
                  </a:cubicBezTo>
                  <a:lnTo>
                    <a:pt x="21097" y="379780"/>
                  </a:lnTo>
                  <a:lnTo>
                    <a:pt x="21097" y="42195"/>
                  </a:lnTo>
                  <a:lnTo>
                    <a:pt x="14068" y="42195"/>
                  </a:lnTo>
                  <a:cubicBezTo>
                    <a:pt x="6296" y="42195"/>
                    <a:pt x="0" y="35899"/>
                    <a:pt x="0" y="28127"/>
                  </a:cubicBezTo>
                  <a:lnTo>
                    <a:pt x="0" y="0"/>
                  </a:lnTo>
                  <a:lnTo>
                    <a:pt x="210988" y="0"/>
                  </a:lnTo>
                  <a:lnTo>
                    <a:pt x="210988" y="28127"/>
                  </a:lnTo>
                  <a:cubicBezTo>
                    <a:pt x="210988" y="35899"/>
                    <a:pt x="204692" y="42195"/>
                    <a:pt x="196919" y="42195"/>
                  </a:cubicBezTo>
                  <a:lnTo>
                    <a:pt x="189890" y="42195"/>
                  </a:lnTo>
                  <a:lnTo>
                    <a:pt x="189890" y="379780"/>
                  </a:lnTo>
                  <a:lnTo>
                    <a:pt x="196919" y="379780"/>
                  </a:lnTo>
                  <a:cubicBezTo>
                    <a:pt x="204692" y="379780"/>
                    <a:pt x="210988" y="386076"/>
                    <a:pt x="210988" y="393849"/>
                  </a:cubicBezTo>
                  <a:lnTo>
                    <a:pt x="210988" y="421976"/>
                  </a:lnTo>
                  <a:lnTo>
                    <a:pt x="0" y="421976"/>
                  </a:ln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829131" y="2683206"/>
              <a:ext cx="759561" cy="210988"/>
            </a:xfrm>
            <a:custGeom>
              <a:avLst/>
              <a:gdLst/>
              <a:ahLst/>
              <a:cxnLst/>
              <a:rect l="0" t="0" r="0" b="0"/>
              <a:pathLst>
                <a:path w="759561" h="210988">
                  <a:moveTo>
                    <a:pt x="573214" y="189890"/>
                  </a:moveTo>
                  <a:cubicBezTo>
                    <a:pt x="584511" y="164049"/>
                    <a:pt x="590769" y="135502"/>
                    <a:pt x="590769" y="105489"/>
                  </a:cubicBezTo>
                  <a:cubicBezTo>
                    <a:pt x="590769" y="75485"/>
                    <a:pt x="584511" y="46939"/>
                    <a:pt x="573214" y="21097"/>
                  </a:cubicBezTo>
                  <a:lnTo>
                    <a:pt x="717365" y="21097"/>
                  </a:lnTo>
                  <a:lnTo>
                    <a:pt x="717365" y="14068"/>
                  </a:lnTo>
                  <a:cubicBezTo>
                    <a:pt x="717365" y="6296"/>
                    <a:pt x="723661" y="0"/>
                    <a:pt x="731434" y="0"/>
                  </a:cubicBezTo>
                  <a:lnTo>
                    <a:pt x="759561" y="0"/>
                  </a:lnTo>
                  <a:lnTo>
                    <a:pt x="759561" y="210988"/>
                  </a:lnTo>
                  <a:lnTo>
                    <a:pt x="731434" y="210988"/>
                  </a:lnTo>
                  <a:cubicBezTo>
                    <a:pt x="723661" y="210988"/>
                    <a:pt x="717365" y="204692"/>
                    <a:pt x="717365" y="196919"/>
                  </a:cubicBezTo>
                  <a:lnTo>
                    <a:pt x="717365" y="189890"/>
                  </a:lnTo>
                  <a:lnTo>
                    <a:pt x="573214" y="189890"/>
                  </a:lnTo>
                  <a:moveTo>
                    <a:pt x="186347" y="189890"/>
                  </a:moveTo>
                  <a:lnTo>
                    <a:pt x="42195" y="189890"/>
                  </a:lnTo>
                  <a:lnTo>
                    <a:pt x="42195" y="196919"/>
                  </a:lnTo>
                  <a:cubicBezTo>
                    <a:pt x="42195" y="204692"/>
                    <a:pt x="35899" y="210988"/>
                    <a:pt x="28127" y="210988"/>
                  </a:cubicBezTo>
                  <a:lnTo>
                    <a:pt x="0" y="210988"/>
                  </a:lnTo>
                  <a:lnTo>
                    <a:pt x="0" y="0"/>
                  </a:lnTo>
                  <a:lnTo>
                    <a:pt x="28127" y="0"/>
                  </a:lnTo>
                  <a:cubicBezTo>
                    <a:pt x="35899" y="0"/>
                    <a:pt x="42195" y="6296"/>
                    <a:pt x="42195" y="14068"/>
                  </a:cubicBezTo>
                  <a:lnTo>
                    <a:pt x="42195" y="21097"/>
                  </a:lnTo>
                  <a:lnTo>
                    <a:pt x="186347" y="21097"/>
                  </a:lnTo>
                  <a:cubicBezTo>
                    <a:pt x="175059" y="46939"/>
                    <a:pt x="168792" y="75485"/>
                    <a:pt x="168792" y="105489"/>
                  </a:cubicBezTo>
                  <a:cubicBezTo>
                    <a:pt x="168792" y="135502"/>
                    <a:pt x="175059" y="164049"/>
                    <a:pt x="186347" y="189890"/>
                  </a:cubicBez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2588693" y="2577707"/>
              <a:ext cx="316487" cy="316487"/>
            </a:xfrm>
            <a:custGeom>
              <a:avLst/>
              <a:gdLst/>
              <a:ahLst/>
              <a:cxnLst/>
              <a:rect l="0" t="0" r="0" b="0"/>
              <a:pathLst>
                <a:path w="316487" h="316487">
                  <a:moveTo>
                    <a:pt x="295389" y="126596"/>
                  </a:moveTo>
                  <a:cubicBezTo>
                    <a:pt x="295389" y="219817"/>
                    <a:pt x="219817" y="295389"/>
                    <a:pt x="126596" y="295389"/>
                  </a:cubicBezTo>
                  <a:lnTo>
                    <a:pt x="42195" y="295389"/>
                  </a:lnTo>
                  <a:lnTo>
                    <a:pt x="42195" y="302418"/>
                  </a:lnTo>
                  <a:cubicBezTo>
                    <a:pt x="42195" y="310191"/>
                    <a:pt x="35899" y="316487"/>
                    <a:pt x="28136" y="316487"/>
                  </a:cubicBezTo>
                  <a:lnTo>
                    <a:pt x="0" y="316487"/>
                  </a:lnTo>
                  <a:lnTo>
                    <a:pt x="0" y="105498"/>
                  </a:lnTo>
                  <a:lnTo>
                    <a:pt x="28136" y="105498"/>
                  </a:lnTo>
                  <a:cubicBezTo>
                    <a:pt x="35899" y="105498"/>
                    <a:pt x="42195" y="111794"/>
                    <a:pt x="42195" y="119567"/>
                  </a:cubicBezTo>
                  <a:lnTo>
                    <a:pt x="42195" y="126596"/>
                  </a:lnTo>
                  <a:lnTo>
                    <a:pt x="98459" y="126596"/>
                  </a:lnTo>
                  <a:cubicBezTo>
                    <a:pt x="114004" y="126596"/>
                    <a:pt x="126596" y="114004"/>
                    <a:pt x="126596" y="98469"/>
                  </a:cubicBezTo>
                  <a:lnTo>
                    <a:pt x="126596" y="42205"/>
                  </a:lnTo>
                  <a:lnTo>
                    <a:pt x="119567" y="42205"/>
                  </a:lnTo>
                  <a:cubicBezTo>
                    <a:pt x="111794" y="42205"/>
                    <a:pt x="105498" y="35899"/>
                    <a:pt x="105498" y="28136"/>
                  </a:cubicBezTo>
                  <a:lnTo>
                    <a:pt x="105498" y="0"/>
                  </a:lnTo>
                  <a:lnTo>
                    <a:pt x="316487" y="0"/>
                  </a:lnTo>
                  <a:lnTo>
                    <a:pt x="316487" y="28136"/>
                  </a:lnTo>
                  <a:cubicBezTo>
                    <a:pt x="316487" y="35899"/>
                    <a:pt x="310191" y="42205"/>
                    <a:pt x="302418" y="42205"/>
                  </a:cubicBezTo>
                  <a:lnTo>
                    <a:pt x="295389" y="42205"/>
                  </a:lnTo>
                  <a:lnTo>
                    <a:pt x="295389" y="126596"/>
                  </a:ln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997924" y="2577707"/>
              <a:ext cx="421976" cy="421986"/>
            </a:xfrm>
            <a:custGeom>
              <a:avLst/>
              <a:gdLst/>
              <a:ahLst/>
              <a:cxnLst/>
              <a:rect l="0" t="0" r="0" b="0"/>
              <a:pathLst>
                <a:path w="421976" h="421986">
                  <a:moveTo>
                    <a:pt x="421976" y="210988"/>
                  </a:moveTo>
                  <a:cubicBezTo>
                    <a:pt x="421976" y="327517"/>
                    <a:pt x="327517" y="421986"/>
                    <a:pt x="210988" y="421986"/>
                  </a:cubicBezTo>
                  <a:cubicBezTo>
                    <a:pt x="94459" y="421986"/>
                    <a:pt x="0" y="327517"/>
                    <a:pt x="0" y="210988"/>
                  </a:cubicBezTo>
                  <a:cubicBezTo>
                    <a:pt x="0" y="94468"/>
                    <a:pt x="94459" y="0"/>
                    <a:pt x="210988" y="0"/>
                  </a:cubicBezTo>
                  <a:cubicBezTo>
                    <a:pt x="327517" y="0"/>
                    <a:pt x="421976" y="94468"/>
                    <a:pt x="421976" y="210988"/>
                  </a:cubicBezTo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829131" y="2155731"/>
            <a:ext cx="1076048" cy="843958"/>
            <a:chOff x="1829131" y="2155731"/>
            <a:chExt cx="1076048" cy="843958"/>
          </a:xfrm>
        </p:grpSpPr>
        <p:sp>
          <p:nvSpPr>
            <p:cNvPr id="55" name="Rounded Rectangle 54"/>
            <p:cNvSpPr/>
            <p:nvPr/>
          </p:nvSpPr>
          <p:spPr>
            <a:xfrm>
              <a:off x="2694190" y="2155731"/>
              <a:ext cx="210989" cy="421979"/>
            </a:xfrm>
            <a:custGeom>
              <a:avLst/>
              <a:gdLst/>
              <a:ahLst/>
              <a:cxnLst/>
              <a:rect l="0" t="0" r="0" b="0"/>
              <a:pathLst>
                <a:path w="210989" h="421979">
                  <a:moveTo>
                    <a:pt x="0" y="421979"/>
                  </a:moveTo>
                  <a:lnTo>
                    <a:pt x="0" y="393847"/>
                  </a:lnTo>
                  <a:cubicBezTo>
                    <a:pt x="0" y="386079"/>
                    <a:pt x="6297" y="379781"/>
                    <a:pt x="14066" y="379781"/>
                  </a:cubicBezTo>
                  <a:lnTo>
                    <a:pt x="21099" y="379781"/>
                  </a:lnTo>
                  <a:lnTo>
                    <a:pt x="21099" y="42197"/>
                  </a:lnTo>
                  <a:lnTo>
                    <a:pt x="14066" y="42197"/>
                  </a:lnTo>
                  <a:cubicBezTo>
                    <a:pt x="6297" y="42197"/>
                    <a:pt x="0" y="35900"/>
                    <a:pt x="0" y="28131"/>
                  </a:cubicBezTo>
                  <a:lnTo>
                    <a:pt x="0" y="0"/>
                  </a:lnTo>
                  <a:lnTo>
                    <a:pt x="210989" y="0"/>
                  </a:lnTo>
                  <a:lnTo>
                    <a:pt x="210989" y="28131"/>
                  </a:lnTo>
                  <a:cubicBezTo>
                    <a:pt x="210989" y="35900"/>
                    <a:pt x="204692" y="42197"/>
                    <a:pt x="196923" y="42197"/>
                  </a:cubicBezTo>
                  <a:lnTo>
                    <a:pt x="189890" y="42197"/>
                  </a:lnTo>
                  <a:lnTo>
                    <a:pt x="189890" y="379781"/>
                  </a:lnTo>
                  <a:lnTo>
                    <a:pt x="196923" y="379781"/>
                  </a:lnTo>
                  <a:cubicBezTo>
                    <a:pt x="204692" y="379781"/>
                    <a:pt x="210989" y="386079"/>
                    <a:pt x="210989" y="393847"/>
                  </a:cubicBezTo>
                  <a:lnTo>
                    <a:pt x="210989" y="421979"/>
                  </a:lnTo>
                  <a:lnTo>
                    <a:pt x="0" y="421979"/>
                  </a:lnTo>
                  <a:close/>
                  <a:moveTo>
                    <a:pt x="21099" y="379781"/>
                  </a:moveTo>
                  <a:lnTo>
                    <a:pt x="189890" y="379781"/>
                  </a:lnTo>
                  <a:moveTo>
                    <a:pt x="21099" y="42197"/>
                  </a:moveTo>
                  <a:lnTo>
                    <a:pt x="189890" y="42197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829131" y="2683205"/>
              <a:ext cx="759563" cy="210989"/>
            </a:xfrm>
            <a:custGeom>
              <a:avLst/>
              <a:gdLst/>
              <a:ahLst/>
              <a:cxnLst/>
              <a:rect l="0" t="0" r="0" b="0"/>
              <a:pathLst>
                <a:path w="759563" h="210989">
                  <a:moveTo>
                    <a:pt x="573215" y="189890"/>
                  </a:moveTo>
                  <a:cubicBezTo>
                    <a:pt x="584507" y="164045"/>
                    <a:pt x="590771" y="135501"/>
                    <a:pt x="590771" y="105494"/>
                  </a:cubicBezTo>
                  <a:cubicBezTo>
                    <a:pt x="590771" y="75487"/>
                    <a:pt x="584507" y="46943"/>
                    <a:pt x="573215" y="21098"/>
                  </a:cubicBezTo>
                  <a:lnTo>
                    <a:pt x="717365" y="21098"/>
                  </a:lnTo>
                  <a:lnTo>
                    <a:pt x="717365" y="14065"/>
                  </a:lnTo>
                  <a:cubicBezTo>
                    <a:pt x="717365" y="6297"/>
                    <a:pt x="723662" y="0"/>
                    <a:pt x="731431" y="0"/>
                  </a:cubicBezTo>
                  <a:lnTo>
                    <a:pt x="759563" y="0"/>
                  </a:lnTo>
                  <a:lnTo>
                    <a:pt x="759563" y="210989"/>
                  </a:lnTo>
                  <a:lnTo>
                    <a:pt x="731431" y="210989"/>
                  </a:lnTo>
                  <a:cubicBezTo>
                    <a:pt x="723662" y="210989"/>
                    <a:pt x="717365" y="204692"/>
                    <a:pt x="717365" y="196923"/>
                  </a:cubicBezTo>
                  <a:lnTo>
                    <a:pt x="717365" y="189890"/>
                  </a:lnTo>
                  <a:lnTo>
                    <a:pt x="573215" y="189890"/>
                  </a:lnTo>
                  <a:close/>
                  <a:moveTo>
                    <a:pt x="186348" y="189890"/>
                  </a:moveTo>
                  <a:lnTo>
                    <a:pt x="42197" y="189890"/>
                  </a:lnTo>
                  <a:lnTo>
                    <a:pt x="42197" y="196923"/>
                  </a:lnTo>
                  <a:cubicBezTo>
                    <a:pt x="42197" y="204692"/>
                    <a:pt x="35900" y="210989"/>
                    <a:pt x="28131" y="210989"/>
                  </a:cubicBezTo>
                  <a:lnTo>
                    <a:pt x="0" y="210989"/>
                  </a:lnTo>
                  <a:lnTo>
                    <a:pt x="0" y="0"/>
                  </a:lnTo>
                  <a:lnTo>
                    <a:pt x="28131" y="0"/>
                  </a:lnTo>
                  <a:cubicBezTo>
                    <a:pt x="35900" y="0"/>
                    <a:pt x="42197" y="6297"/>
                    <a:pt x="42197" y="14065"/>
                  </a:cubicBezTo>
                  <a:lnTo>
                    <a:pt x="42197" y="21098"/>
                  </a:lnTo>
                  <a:lnTo>
                    <a:pt x="186348" y="21098"/>
                  </a:lnTo>
                  <a:cubicBezTo>
                    <a:pt x="175056" y="46943"/>
                    <a:pt x="168791" y="75487"/>
                    <a:pt x="168791" y="105494"/>
                  </a:cubicBezTo>
                  <a:cubicBezTo>
                    <a:pt x="168791" y="135501"/>
                    <a:pt x="175056" y="164045"/>
                    <a:pt x="186348" y="189890"/>
                  </a:cubicBezTo>
                  <a:close/>
                  <a:moveTo>
                    <a:pt x="717365" y="21098"/>
                  </a:moveTo>
                  <a:lnTo>
                    <a:pt x="717365" y="189890"/>
                  </a:lnTo>
                  <a:moveTo>
                    <a:pt x="42197" y="189890"/>
                  </a:moveTo>
                  <a:lnTo>
                    <a:pt x="42197" y="21098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2588695" y="2577710"/>
              <a:ext cx="316484" cy="316484"/>
            </a:xfrm>
            <a:custGeom>
              <a:avLst/>
              <a:gdLst/>
              <a:ahLst/>
              <a:cxnLst/>
              <a:rect l="0" t="0" r="0" b="0"/>
              <a:pathLst>
                <a:path w="316484" h="316484">
                  <a:moveTo>
                    <a:pt x="295385" y="126593"/>
                  </a:moveTo>
                  <a:cubicBezTo>
                    <a:pt x="295385" y="219814"/>
                    <a:pt x="219814" y="295385"/>
                    <a:pt x="126593" y="295385"/>
                  </a:cubicBezTo>
                  <a:lnTo>
                    <a:pt x="42197" y="295385"/>
                  </a:lnTo>
                  <a:lnTo>
                    <a:pt x="42197" y="302418"/>
                  </a:lnTo>
                  <a:cubicBezTo>
                    <a:pt x="42197" y="310187"/>
                    <a:pt x="35900" y="316484"/>
                    <a:pt x="28132" y="316484"/>
                  </a:cubicBezTo>
                  <a:lnTo>
                    <a:pt x="0" y="316484"/>
                  </a:lnTo>
                  <a:lnTo>
                    <a:pt x="0" y="105494"/>
                  </a:lnTo>
                  <a:lnTo>
                    <a:pt x="28132" y="105494"/>
                  </a:lnTo>
                  <a:cubicBezTo>
                    <a:pt x="35900" y="105494"/>
                    <a:pt x="42197" y="111792"/>
                    <a:pt x="42197" y="119560"/>
                  </a:cubicBezTo>
                  <a:lnTo>
                    <a:pt x="42197" y="126593"/>
                  </a:lnTo>
                  <a:lnTo>
                    <a:pt x="98461" y="126593"/>
                  </a:lnTo>
                  <a:cubicBezTo>
                    <a:pt x="113998" y="126593"/>
                    <a:pt x="126593" y="113998"/>
                    <a:pt x="126593" y="98461"/>
                  </a:cubicBezTo>
                  <a:lnTo>
                    <a:pt x="126593" y="42197"/>
                  </a:lnTo>
                  <a:lnTo>
                    <a:pt x="119560" y="42197"/>
                  </a:lnTo>
                  <a:cubicBezTo>
                    <a:pt x="111792" y="42197"/>
                    <a:pt x="105494" y="35900"/>
                    <a:pt x="105494" y="28131"/>
                  </a:cubicBezTo>
                  <a:lnTo>
                    <a:pt x="105494" y="0"/>
                  </a:lnTo>
                  <a:lnTo>
                    <a:pt x="316484" y="0"/>
                  </a:lnTo>
                  <a:lnTo>
                    <a:pt x="316484" y="28131"/>
                  </a:lnTo>
                  <a:cubicBezTo>
                    <a:pt x="316484" y="35900"/>
                    <a:pt x="310187" y="42197"/>
                    <a:pt x="302418" y="42197"/>
                  </a:cubicBezTo>
                  <a:lnTo>
                    <a:pt x="295385" y="42197"/>
                  </a:lnTo>
                  <a:lnTo>
                    <a:pt x="295385" y="126593"/>
                  </a:lnTo>
                  <a:close/>
                  <a:moveTo>
                    <a:pt x="42197" y="295385"/>
                  </a:moveTo>
                  <a:lnTo>
                    <a:pt x="42197" y="126593"/>
                  </a:lnTo>
                  <a:moveTo>
                    <a:pt x="126593" y="42197"/>
                  </a:moveTo>
                  <a:lnTo>
                    <a:pt x="295385" y="42197"/>
                  </a:lnTo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1997923" y="2577710"/>
              <a:ext cx="421979" cy="421979"/>
            </a:xfrm>
            <a:custGeom>
              <a:avLst/>
              <a:gdLst/>
              <a:ahLst/>
              <a:cxnLst/>
              <a:rect l="0" t="0" r="0" b="0"/>
              <a:pathLst>
                <a:path w="421979" h="421979">
                  <a:moveTo>
                    <a:pt x="421979" y="210989"/>
                  </a:moveTo>
                  <a:cubicBezTo>
                    <a:pt x="421979" y="327515"/>
                    <a:pt x="327515" y="421979"/>
                    <a:pt x="210989" y="421979"/>
                  </a:cubicBezTo>
                  <a:cubicBezTo>
                    <a:pt x="94463" y="421979"/>
                    <a:pt x="0" y="327515"/>
                    <a:pt x="0" y="210989"/>
                  </a:cubicBezTo>
                  <a:cubicBezTo>
                    <a:pt x="0" y="94463"/>
                    <a:pt x="94463" y="0"/>
                    <a:pt x="210989" y="0"/>
                  </a:cubicBezTo>
                  <a:cubicBezTo>
                    <a:pt x="327515" y="0"/>
                    <a:pt x="421979" y="94463"/>
                    <a:pt x="421979" y="210989"/>
                  </a:cubicBezTo>
                  <a:close/>
                </a:path>
              </a:pathLst>
            </a:custGeom>
            <a:noFill/>
            <a:ln w="21095">
              <a:solidFill>
                <a:srgbClr val="E8F1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5658597" y="1823423"/>
            <a:ext cx="189890" cy="242638"/>
          </a:xfrm>
          <a:custGeom>
            <a:avLst/>
            <a:gdLst/>
            <a:ahLst/>
            <a:cxnLst/>
            <a:rect l="0" t="0" r="0" b="0"/>
            <a:pathLst>
              <a:path w="189890" h="242638">
                <a:moveTo>
                  <a:pt x="0" y="36923"/>
                </a:moveTo>
                <a:cubicBezTo>
                  <a:pt x="0" y="57315"/>
                  <a:pt x="42508" y="73846"/>
                  <a:pt x="94945" y="73846"/>
                </a:cubicBezTo>
                <a:cubicBezTo>
                  <a:pt x="147382" y="73846"/>
                  <a:pt x="189890" y="57315"/>
                  <a:pt x="189890" y="36923"/>
                </a:cubicBezTo>
                <a:cubicBezTo>
                  <a:pt x="189890" y="16531"/>
                  <a:pt x="147382" y="0"/>
                  <a:pt x="94945" y="0"/>
                </a:cubicBezTo>
                <a:cubicBezTo>
                  <a:pt x="42508" y="0"/>
                  <a:pt x="0" y="16531"/>
                  <a:pt x="0" y="36923"/>
                </a:cubicBezTo>
                <a:moveTo>
                  <a:pt x="0" y="36923"/>
                </a:moveTo>
                <a:lnTo>
                  <a:pt x="0" y="205715"/>
                </a:lnTo>
                <a:cubicBezTo>
                  <a:pt x="0" y="226107"/>
                  <a:pt x="42503" y="242638"/>
                  <a:pt x="94945" y="242638"/>
                </a:cubicBezTo>
                <a:cubicBezTo>
                  <a:pt x="147386" y="242638"/>
                  <a:pt x="189890" y="226107"/>
                  <a:pt x="189890" y="205715"/>
                </a:cubicBezTo>
                <a:lnTo>
                  <a:pt x="189890" y="36923"/>
                </a:lnTo>
                <a:moveTo>
                  <a:pt x="189890" y="73846"/>
                </a:moveTo>
                <a:cubicBezTo>
                  <a:pt x="189890" y="94238"/>
                  <a:pt x="147386" y="110769"/>
                  <a:pt x="94945" y="110769"/>
                </a:cubicBezTo>
                <a:cubicBezTo>
                  <a:pt x="42503" y="110769"/>
                  <a:pt x="0" y="94238"/>
                  <a:pt x="0" y="73846"/>
                </a:cubicBezTo>
                <a:moveTo>
                  <a:pt x="189890" y="110769"/>
                </a:moveTo>
                <a:cubicBezTo>
                  <a:pt x="189890" y="131161"/>
                  <a:pt x="147386" y="147692"/>
                  <a:pt x="94945" y="147692"/>
                </a:cubicBezTo>
                <a:cubicBezTo>
                  <a:pt x="42503" y="147692"/>
                  <a:pt x="0" y="131161"/>
                  <a:pt x="0" y="110769"/>
                </a:cubicBezTo>
              </a:path>
            </a:pathLst>
          </a:custGeom>
          <a:noFill/>
          <a:ln w="5271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263862" y="1396168"/>
            <a:ext cx="247685" cy="245275"/>
          </a:xfrm>
          <a:custGeom>
            <a:avLst/>
            <a:gdLst/>
            <a:ahLst/>
            <a:cxnLst/>
            <a:rect l="0" t="0" r="0" b="0"/>
            <a:pathLst>
              <a:path w="247685" h="245275">
                <a:moveTo>
                  <a:pt x="7912" y="245275"/>
                </a:moveTo>
                <a:cubicBezTo>
                  <a:pt x="23666" y="245275"/>
                  <a:pt x="39420" y="245275"/>
                  <a:pt x="55174" y="229451"/>
                </a:cubicBezTo>
                <a:cubicBezTo>
                  <a:pt x="70928" y="245275"/>
                  <a:pt x="86683" y="245275"/>
                  <a:pt x="90884" y="245275"/>
                </a:cubicBezTo>
                <a:cubicBezTo>
                  <a:pt x="95085" y="245275"/>
                  <a:pt x="110839" y="245275"/>
                  <a:pt x="126593" y="229451"/>
                </a:cubicBezTo>
                <a:cubicBezTo>
                  <a:pt x="142348" y="245275"/>
                  <a:pt x="158102" y="245275"/>
                  <a:pt x="162303" y="245275"/>
                </a:cubicBezTo>
                <a:cubicBezTo>
                  <a:pt x="166504" y="245275"/>
                  <a:pt x="182258" y="245275"/>
                  <a:pt x="198012" y="229451"/>
                </a:cubicBezTo>
                <a:cubicBezTo>
                  <a:pt x="213767" y="245275"/>
                  <a:pt x="229521" y="245275"/>
                  <a:pt x="245275" y="245275"/>
                </a:cubicBezTo>
                <a:moveTo>
                  <a:pt x="212572" y="46423"/>
                </a:moveTo>
                <a:cubicBezTo>
                  <a:pt x="231964" y="46423"/>
                  <a:pt x="247685" y="37802"/>
                  <a:pt x="247685" y="27167"/>
                </a:cubicBezTo>
                <a:cubicBezTo>
                  <a:pt x="247685" y="16533"/>
                  <a:pt x="231964" y="7912"/>
                  <a:pt x="212572" y="7912"/>
                </a:cubicBezTo>
                <a:cubicBezTo>
                  <a:pt x="193179" y="7912"/>
                  <a:pt x="177458" y="16533"/>
                  <a:pt x="177458" y="27167"/>
                </a:cubicBezTo>
                <a:cubicBezTo>
                  <a:pt x="177458" y="37802"/>
                  <a:pt x="193179" y="46423"/>
                  <a:pt x="212572" y="46423"/>
                </a:cubicBezTo>
                <a:close/>
                <a:moveTo>
                  <a:pt x="177458" y="27167"/>
                </a:moveTo>
                <a:lnTo>
                  <a:pt x="177458" y="79271"/>
                </a:lnTo>
                <a:cubicBezTo>
                  <a:pt x="177458" y="89465"/>
                  <a:pt x="193316" y="98526"/>
                  <a:pt x="212572" y="98526"/>
                </a:cubicBezTo>
                <a:cubicBezTo>
                  <a:pt x="231827" y="98526"/>
                  <a:pt x="247685" y="89465"/>
                  <a:pt x="247685" y="79271"/>
                </a:cubicBezTo>
                <a:lnTo>
                  <a:pt x="247685" y="27167"/>
                </a:lnTo>
                <a:moveTo>
                  <a:pt x="24070" y="203925"/>
                </a:moveTo>
                <a:cubicBezTo>
                  <a:pt x="24070" y="200462"/>
                  <a:pt x="22916" y="197000"/>
                  <a:pt x="19454" y="193537"/>
                </a:cubicBezTo>
                <a:lnTo>
                  <a:pt x="12528" y="186612"/>
                </a:lnTo>
                <a:cubicBezTo>
                  <a:pt x="7912" y="183149"/>
                  <a:pt x="6757" y="176225"/>
                  <a:pt x="9066" y="171607"/>
                </a:cubicBezTo>
                <a:cubicBezTo>
                  <a:pt x="11374" y="165836"/>
                  <a:pt x="15991" y="163528"/>
                  <a:pt x="21762" y="163528"/>
                </a:cubicBezTo>
                <a:lnTo>
                  <a:pt x="30996" y="163528"/>
                </a:lnTo>
                <a:cubicBezTo>
                  <a:pt x="34458" y="163528"/>
                  <a:pt x="39075" y="162374"/>
                  <a:pt x="41384" y="160065"/>
                </a:cubicBezTo>
                <a:cubicBezTo>
                  <a:pt x="43692" y="157757"/>
                  <a:pt x="44846" y="154286"/>
                  <a:pt x="44846" y="149678"/>
                </a:cubicBezTo>
                <a:lnTo>
                  <a:pt x="44846" y="140444"/>
                </a:lnTo>
                <a:cubicBezTo>
                  <a:pt x="44846" y="134673"/>
                  <a:pt x="48309" y="128902"/>
                  <a:pt x="52926" y="127747"/>
                </a:cubicBezTo>
                <a:cubicBezTo>
                  <a:pt x="58697" y="125439"/>
                  <a:pt x="64468" y="126593"/>
                  <a:pt x="67930" y="131210"/>
                </a:cubicBezTo>
                <a:lnTo>
                  <a:pt x="74856" y="138136"/>
                </a:lnTo>
                <a:cubicBezTo>
                  <a:pt x="77164" y="140444"/>
                  <a:pt x="80627" y="142752"/>
                  <a:pt x="85243" y="142752"/>
                </a:cubicBezTo>
                <a:cubicBezTo>
                  <a:pt x="89860" y="142752"/>
                  <a:pt x="92169" y="141598"/>
                  <a:pt x="95631" y="138136"/>
                </a:cubicBezTo>
                <a:lnTo>
                  <a:pt x="102556" y="131210"/>
                </a:lnTo>
                <a:cubicBezTo>
                  <a:pt x="106019" y="126593"/>
                  <a:pt x="112944" y="125439"/>
                  <a:pt x="117561" y="127747"/>
                </a:cubicBezTo>
                <a:cubicBezTo>
                  <a:pt x="123333" y="130056"/>
                  <a:pt x="125641" y="134673"/>
                  <a:pt x="125641" y="140444"/>
                </a:cubicBezTo>
                <a:lnTo>
                  <a:pt x="125641" y="149678"/>
                </a:lnTo>
                <a:cubicBezTo>
                  <a:pt x="125641" y="153140"/>
                  <a:pt x="126795" y="157757"/>
                  <a:pt x="129103" y="160065"/>
                </a:cubicBezTo>
                <a:cubicBezTo>
                  <a:pt x="131411" y="162374"/>
                  <a:pt x="136029" y="164682"/>
                  <a:pt x="139491" y="163528"/>
                </a:cubicBezTo>
                <a:lnTo>
                  <a:pt x="148725" y="163528"/>
                </a:lnTo>
                <a:cubicBezTo>
                  <a:pt x="154496" y="163528"/>
                  <a:pt x="160266" y="166991"/>
                  <a:pt x="161421" y="171607"/>
                </a:cubicBezTo>
                <a:cubicBezTo>
                  <a:pt x="163730" y="177379"/>
                  <a:pt x="162576" y="183149"/>
                  <a:pt x="157958" y="186612"/>
                </a:cubicBezTo>
                <a:lnTo>
                  <a:pt x="151033" y="193537"/>
                </a:lnTo>
                <a:cubicBezTo>
                  <a:pt x="148724" y="195846"/>
                  <a:pt x="146416" y="199308"/>
                  <a:pt x="146416" y="203925"/>
                </a:cubicBezTo>
                <a:moveTo>
                  <a:pt x="111790" y="203924"/>
                </a:moveTo>
                <a:cubicBezTo>
                  <a:pt x="111790" y="188920"/>
                  <a:pt x="100248" y="177378"/>
                  <a:pt x="86398" y="177378"/>
                </a:cubicBezTo>
                <a:cubicBezTo>
                  <a:pt x="71393" y="177378"/>
                  <a:pt x="59851" y="190074"/>
                  <a:pt x="59851" y="203924"/>
                </a:cubicBezTo>
                <a:moveTo>
                  <a:pt x="212572" y="200704"/>
                </a:moveTo>
                <a:lnTo>
                  <a:pt x="212572" y="123692"/>
                </a:lnTo>
                <a:moveTo>
                  <a:pt x="0" y="0"/>
                </a:moveTo>
                <a:moveTo>
                  <a:pt x="191473" y="179605"/>
                </a:moveTo>
                <a:lnTo>
                  <a:pt x="212572" y="200704"/>
                </a:lnTo>
                <a:lnTo>
                  <a:pt x="233671" y="179605"/>
                </a:lnTo>
                <a:moveTo>
                  <a:pt x="247685" y="57076"/>
                </a:moveTo>
                <a:cubicBezTo>
                  <a:pt x="247685" y="65298"/>
                  <a:pt x="232501" y="72025"/>
                  <a:pt x="212571" y="72025"/>
                </a:cubicBezTo>
                <a:cubicBezTo>
                  <a:pt x="192642" y="72025"/>
                  <a:pt x="177458" y="65298"/>
                  <a:pt x="177458" y="57076"/>
                </a:cubicBezTo>
              </a:path>
            </a:pathLst>
          </a:custGeom>
          <a:noFill/>
          <a:ln w="5271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450630" y="2245401"/>
            <a:ext cx="242730" cy="242943"/>
          </a:xfrm>
          <a:custGeom>
            <a:avLst/>
            <a:gdLst/>
            <a:ahLst/>
            <a:cxnLst/>
            <a:rect l="0" t="0" r="0" b="0"/>
            <a:pathLst>
              <a:path w="242730" h="242943">
                <a:moveTo>
                  <a:pt x="82546" y="189722"/>
                </a:moveTo>
                <a:cubicBezTo>
                  <a:pt x="78172" y="200182"/>
                  <a:pt x="68729" y="207661"/>
                  <a:pt x="57544" y="209523"/>
                </a:cubicBezTo>
                <a:moveTo>
                  <a:pt x="70362" y="121920"/>
                </a:moveTo>
                <a:cubicBezTo>
                  <a:pt x="60436" y="102387"/>
                  <a:pt x="41896" y="88665"/>
                  <a:pt x="20315" y="84881"/>
                </a:cubicBezTo>
                <a:moveTo>
                  <a:pt x="74697" y="88446"/>
                </a:moveTo>
                <a:lnTo>
                  <a:pt x="55782" y="102635"/>
                </a:lnTo>
                <a:moveTo>
                  <a:pt x="100269" y="1825"/>
                </a:moveTo>
                <a:cubicBezTo>
                  <a:pt x="100067" y="12400"/>
                  <a:pt x="98157" y="22873"/>
                  <a:pt x="94615" y="32840"/>
                </a:cubicBezTo>
                <a:moveTo>
                  <a:pt x="79170" y="42197"/>
                </a:moveTo>
                <a:cubicBezTo>
                  <a:pt x="79170" y="36371"/>
                  <a:pt x="83894" y="31648"/>
                  <a:pt x="89720" y="31648"/>
                </a:cubicBezTo>
                <a:cubicBezTo>
                  <a:pt x="95546" y="31648"/>
                  <a:pt x="100269" y="36371"/>
                  <a:pt x="100269" y="42197"/>
                </a:cubicBezTo>
                <a:cubicBezTo>
                  <a:pt x="100269" y="48024"/>
                  <a:pt x="95546" y="52747"/>
                  <a:pt x="89720" y="52747"/>
                </a:cubicBezTo>
                <a:cubicBezTo>
                  <a:pt x="83894" y="52747"/>
                  <a:pt x="79170" y="48024"/>
                  <a:pt x="79170" y="42197"/>
                </a:cubicBezTo>
                <a:close/>
                <a:moveTo>
                  <a:pt x="142467" y="63296"/>
                </a:moveTo>
                <a:cubicBezTo>
                  <a:pt x="142467" y="57470"/>
                  <a:pt x="147191" y="52747"/>
                  <a:pt x="153017" y="52747"/>
                </a:cubicBezTo>
                <a:cubicBezTo>
                  <a:pt x="158843" y="52747"/>
                  <a:pt x="163566" y="57470"/>
                  <a:pt x="163566" y="63296"/>
                </a:cubicBezTo>
                <a:cubicBezTo>
                  <a:pt x="163566" y="69123"/>
                  <a:pt x="158843" y="73846"/>
                  <a:pt x="153017" y="73846"/>
                </a:cubicBezTo>
                <a:cubicBezTo>
                  <a:pt x="147191" y="73846"/>
                  <a:pt x="142467" y="69123"/>
                  <a:pt x="142467" y="63296"/>
                </a:cubicBezTo>
                <a:close/>
                <a:moveTo>
                  <a:pt x="179391" y="105494"/>
                </a:moveTo>
                <a:cubicBezTo>
                  <a:pt x="179391" y="99668"/>
                  <a:pt x="184114" y="94945"/>
                  <a:pt x="189940" y="94945"/>
                </a:cubicBezTo>
                <a:cubicBezTo>
                  <a:pt x="195766" y="94945"/>
                  <a:pt x="200490" y="99668"/>
                  <a:pt x="200490" y="105494"/>
                </a:cubicBezTo>
                <a:cubicBezTo>
                  <a:pt x="200490" y="111321"/>
                  <a:pt x="195766" y="116044"/>
                  <a:pt x="189940" y="116044"/>
                </a:cubicBezTo>
                <a:cubicBezTo>
                  <a:pt x="184114" y="116044"/>
                  <a:pt x="179391" y="111321"/>
                  <a:pt x="179391" y="105494"/>
                </a:cubicBezTo>
                <a:close/>
                <a:moveTo>
                  <a:pt x="142467" y="142418"/>
                </a:moveTo>
                <a:cubicBezTo>
                  <a:pt x="142467" y="136591"/>
                  <a:pt x="147191" y="131868"/>
                  <a:pt x="153017" y="131868"/>
                </a:cubicBezTo>
                <a:cubicBezTo>
                  <a:pt x="158843" y="131868"/>
                  <a:pt x="163566" y="136591"/>
                  <a:pt x="163566" y="142418"/>
                </a:cubicBezTo>
                <a:cubicBezTo>
                  <a:pt x="163566" y="148244"/>
                  <a:pt x="158843" y="152967"/>
                  <a:pt x="153017" y="152967"/>
                </a:cubicBezTo>
                <a:cubicBezTo>
                  <a:pt x="147191" y="152967"/>
                  <a:pt x="142467" y="148244"/>
                  <a:pt x="142467" y="142418"/>
                </a:cubicBezTo>
                <a:close/>
                <a:moveTo>
                  <a:pt x="73896" y="84395"/>
                </a:moveTo>
                <a:cubicBezTo>
                  <a:pt x="73896" y="78569"/>
                  <a:pt x="78619" y="73846"/>
                  <a:pt x="84445" y="73846"/>
                </a:cubicBezTo>
                <a:cubicBezTo>
                  <a:pt x="90272" y="73846"/>
                  <a:pt x="94995" y="78569"/>
                  <a:pt x="94995" y="84395"/>
                </a:cubicBezTo>
                <a:cubicBezTo>
                  <a:pt x="94995" y="90222"/>
                  <a:pt x="90272" y="94945"/>
                  <a:pt x="84445" y="94945"/>
                </a:cubicBezTo>
                <a:cubicBezTo>
                  <a:pt x="78619" y="94945"/>
                  <a:pt x="73896" y="90222"/>
                  <a:pt x="73896" y="84395"/>
                </a:cubicBezTo>
                <a:close/>
                <a:moveTo>
                  <a:pt x="63346" y="131868"/>
                </a:moveTo>
                <a:cubicBezTo>
                  <a:pt x="63346" y="126042"/>
                  <a:pt x="68069" y="121319"/>
                  <a:pt x="73896" y="121319"/>
                </a:cubicBezTo>
                <a:cubicBezTo>
                  <a:pt x="79722" y="121319"/>
                  <a:pt x="84445" y="126042"/>
                  <a:pt x="84445" y="131868"/>
                </a:cubicBezTo>
                <a:cubicBezTo>
                  <a:pt x="84445" y="137694"/>
                  <a:pt x="79722" y="142418"/>
                  <a:pt x="73896" y="142418"/>
                </a:cubicBezTo>
                <a:cubicBezTo>
                  <a:pt x="68069" y="142418"/>
                  <a:pt x="63346" y="137694"/>
                  <a:pt x="63346" y="131868"/>
                </a:cubicBezTo>
                <a:close/>
                <a:moveTo>
                  <a:pt x="242688" y="121319"/>
                </a:moveTo>
                <a:cubicBezTo>
                  <a:pt x="242730" y="106475"/>
                  <a:pt x="235055" y="92675"/>
                  <a:pt x="222422" y="84881"/>
                </a:cubicBezTo>
                <a:cubicBezTo>
                  <a:pt x="223137" y="81766"/>
                  <a:pt x="223508" y="78582"/>
                  <a:pt x="223530" y="75386"/>
                </a:cubicBezTo>
                <a:cubicBezTo>
                  <a:pt x="223741" y="53450"/>
                  <a:pt x="207045" y="35041"/>
                  <a:pt x="185193" y="33114"/>
                </a:cubicBezTo>
                <a:cubicBezTo>
                  <a:pt x="185411" y="24476"/>
                  <a:pt x="182159" y="16111"/>
                  <a:pt x="176164" y="9888"/>
                </a:cubicBezTo>
                <a:cubicBezTo>
                  <a:pt x="170169" y="3666"/>
                  <a:pt x="161931" y="104"/>
                  <a:pt x="153291" y="0"/>
                </a:cubicBezTo>
                <a:cubicBezTo>
                  <a:pt x="139631" y="782"/>
                  <a:pt x="127442" y="8838"/>
                  <a:pt x="121368" y="21098"/>
                </a:cubicBezTo>
                <a:cubicBezTo>
                  <a:pt x="115295" y="8838"/>
                  <a:pt x="103106" y="782"/>
                  <a:pt x="89446" y="0"/>
                </a:cubicBezTo>
                <a:cubicBezTo>
                  <a:pt x="80806" y="104"/>
                  <a:pt x="72568" y="3666"/>
                  <a:pt x="66573" y="9888"/>
                </a:cubicBezTo>
                <a:cubicBezTo>
                  <a:pt x="60578" y="16111"/>
                  <a:pt x="57326" y="24476"/>
                  <a:pt x="57544" y="33114"/>
                </a:cubicBezTo>
                <a:cubicBezTo>
                  <a:pt x="35683" y="35041"/>
                  <a:pt x="18985" y="53463"/>
                  <a:pt x="19207" y="75407"/>
                </a:cubicBezTo>
                <a:cubicBezTo>
                  <a:pt x="19211" y="78601"/>
                  <a:pt x="19565" y="81785"/>
                  <a:pt x="20262" y="84902"/>
                </a:cubicBezTo>
                <a:cubicBezTo>
                  <a:pt x="7662" y="92728"/>
                  <a:pt x="0" y="106507"/>
                  <a:pt x="0" y="121340"/>
                </a:cubicBezTo>
                <a:cubicBezTo>
                  <a:pt x="0" y="136172"/>
                  <a:pt x="7662" y="149952"/>
                  <a:pt x="20262" y="157778"/>
                </a:cubicBezTo>
                <a:cubicBezTo>
                  <a:pt x="19565" y="160895"/>
                  <a:pt x="19211" y="164078"/>
                  <a:pt x="19207" y="167272"/>
                </a:cubicBezTo>
                <a:cubicBezTo>
                  <a:pt x="19007" y="189200"/>
                  <a:pt x="35700" y="207597"/>
                  <a:pt x="57544" y="209523"/>
                </a:cubicBezTo>
                <a:cubicBezTo>
                  <a:pt x="57326" y="218161"/>
                  <a:pt x="60578" y="226526"/>
                  <a:pt x="66573" y="232749"/>
                </a:cubicBezTo>
                <a:cubicBezTo>
                  <a:pt x="72568" y="238972"/>
                  <a:pt x="80806" y="242533"/>
                  <a:pt x="89446" y="242638"/>
                </a:cubicBezTo>
                <a:cubicBezTo>
                  <a:pt x="102043" y="242943"/>
                  <a:pt x="113984" y="237024"/>
                  <a:pt x="121368" y="226814"/>
                </a:cubicBezTo>
                <a:cubicBezTo>
                  <a:pt x="128753" y="237024"/>
                  <a:pt x="140693" y="242943"/>
                  <a:pt x="153291" y="242638"/>
                </a:cubicBezTo>
                <a:cubicBezTo>
                  <a:pt x="161931" y="242533"/>
                  <a:pt x="170169" y="238972"/>
                  <a:pt x="176164" y="232749"/>
                </a:cubicBezTo>
                <a:cubicBezTo>
                  <a:pt x="182159" y="226526"/>
                  <a:pt x="185411" y="218161"/>
                  <a:pt x="185193" y="209523"/>
                </a:cubicBezTo>
                <a:cubicBezTo>
                  <a:pt x="207054" y="207596"/>
                  <a:pt x="223752" y="189174"/>
                  <a:pt x="223530" y="167230"/>
                </a:cubicBezTo>
                <a:cubicBezTo>
                  <a:pt x="223508" y="164034"/>
                  <a:pt x="223137" y="160850"/>
                  <a:pt x="222422" y="157735"/>
                </a:cubicBezTo>
                <a:cubicBezTo>
                  <a:pt x="235049" y="149945"/>
                  <a:pt x="242722" y="136155"/>
                  <a:pt x="242688" y="121319"/>
                </a:cubicBezTo>
                <a:close/>
                <a:moveTo>
                  <a:pt x="121368" y="142418"/>
                </a:moveTo>
                <a:lnTo>
                  <a:pt x="121368" y="21098"/>
                </a:lnTo>
                <a:moveTo>
                  <a:pt x="121368" y="226814"/>
                </a:moveTo>
                <a:lnTo>
                  <a:pt x="121368" y="184173"/>
                </a:lnTo>
                <a:moveTo>
                  <a:pt x="218139" y="54467"/>
                </a:moveTo>
                <a:lnTo>
                  <a:pt x="188885" y="69109"/>
                </a:lnTo>
                <a:cubicBezTo>
                  <a:pt x="180339" y="73388"/>
                  <a:pt x="170298" y="73489"/>
                  <a:pt x="161667" y="69383"/>
                </a:cubicBezTo>
                <a:moveTo>
                  <a:pt x="179391" y="105494"/>
                </a:moveTo>
                <a:cubicBezTo>
                  <a:pt x="166337" y="108623"/>
                  <a:pt x="156145" y="118815"/>
                  <a:pt x="153017" y="131868"/>
                </a:cubicBezTo>
                <a:moveTo>
                  <a:pt x="185193" y="209523"/>
                </a:moveTo>
                <a:cubicBezTo>
                  <a:pt x="182281" y="199385"/>
                  <a:pt x="177312" y="191589"/>
                  <a:pt x="168841" y="189890"/>
                </a:cubicBezTo>
                <a:moveTo>
                  <a:pt x="73896" y="179341"/>
                </a:moveTo>
                <a:cubicBezTo>
                  <a:pt x="73896" y="173515"/>
                  <a:pt x="78619" y="168791"/>
                  <a:pt x="84445" y="168791"/>
                </a:cubicBezTo>
                <a:cubicBezTo>
                  <a:pt x="90272" y="168791"/>
                  <a:pt x="94995" y="173515"/>
                  <a:pt x="94995" y="179341"/>
                </a:cubicBezTo>
                <a:cubicBezTo>
                  <a:pt x="94995" y="185167"/>
                  <a:pt x="90272" y="189890"/>
                  <a:pt x="84445" y="189890"/>
                </a:cubicBezTo>
                <a:cubicBezTo>
                  <a:pt x="78619" y="189890"/>
                  <a:pt x="73896" y="185167"/>
                  <a:pt x="73896" y="179341"/>
                </a:cubicBezTo>
                <a:close/>
                <a:moveTo>
                  <a:pt x="147742" y="189890"/>
                </a:moveTo>
                <a:cubicBezTo>
                  <a:pt x="147742" y="184064"/>
                  <a:pt x="152465" y="179341"/>
                  <a:pt x="158292" y="179341"/>
                </a:cubicBezTo>
                <a:cubicBezTo>
                  <a:pt x="164118" y="179341"/>
                  <a:pt x="168841" y="184064"/>
                  <a:pt x="168841" y="189890"/>
                </a:cubicBezTo>
                <a:cubicBezTo>
                  <a:pt x="168841" y="195717"/>
                  <a:pt x="164118" y="200440"/>
                  <a:pt x="158292" y="200440"/>
                </a:cubicBezTo>
                <a:cubicBezTo>
                  <a:pt x="152465" y="200440"/>
                  <a:pt x="147742" y="195717"/>
                  <a:pt x="147742" y="189890"/>
                </a:cubicBezTo>
                <a:close/>
              </a:path>
            </a:pathLst>
          </a:custGeom>
          <a:noFill/>
          <a:ln w="5271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092858" y="2672656"/>
            <a:ext cx="232112" cy="232088"/>
          </a:xfrm>
          <a:custGeom>
            <a:avLst/>
            <a:gdLst/>
            <a:ahLst/>
            <a:cxnLst/>
            <a:rect l="0" t="0" r="0" b="0"/>
            <a:pathLst>
              <a:path w="232112" h="232088">
                <a:moveTo>
                  <a:pt x="0" y="10095"/>
                </a:moveTo>
                <a:cubicBezTo>
                  <a:pt x="0" y="4515"/>
                  <a:pt x="4515" y="0"/>
                  <a:pt x="10095" y="0"/>
                </a:cubicBezTo>
                <a:lnTo>
                  <a:pt x="50458" y="0"/>
                </a:lnTo>
                <a:cubicBezTo>
                  <a:pt x="56028" y="0"/>
                  <a:pt x="60543" y="4515"/>
                  <a:pt x="60543" y="10095"/>
                </a:cubicBezTo>
                <a:lnTo>
                  <a:pt x="60543" y="50458"/>
                </a:lnTo>
                <a:cubicBezTo>
                  <a:pt x="60537" y="56025"/>
                  <a:pt x="56025" y="60537"/>
                  <a:pt x="50458" y="60543"/>
                </a:cubicBezTo>
                <a:lnTo>
                  <a:pt x="10095" y="60543"/>
                </a:lnTo>
                <a:cubicBezTo>
                  <a:pt x="4524" y="60543"/>
                  <a:pt x="5" y="56029"/>
                  <a:pt x="0" y="50458"/>
                </a:cubicBezTo>
                <a:lnTo>
                  <a:pt x="0" y="10095"/>
                </a:lnTo>
                <a:close/>
                <a:moveTo>
                  <a:pt x="20181" y="30277"/>
                </a:moveTo>
                <a:cubicBezTo>
                  <a:pt x="20181" y="35852"/>
                  <a:pt x="24701" y="40372"/>
                  <a:pt x="30277" y="40372"/>
                </a:cubicBezTo>
                <a:cubicBezTo>
                  <a:pt x="35852" y="40372"/>
                  <a:pt x="40372" y="35852"/>
                  <a:pt x="40372" y="30277"/>
                </a:cubicBezTo>
                <a:cubicBezTo>
                  <a:pt x="40372" y="24701"/>
                  <a:pt x="35852" y="20181"/>
                  <a:pt x="30277" y="20181"/>
                </a:cubicBezTo>
                <a:cubicBezTo>
                  <a:pt x="24701" y="20181"/>
                  <a:pt x="20181" y="24701"/>
                  <a:pt x="20181" y="30277"/>
                </a:cubicBezTo>
                <a:moveTo>
                  <a:pt x="20181" y="116044"/>
                </a:moveTo>
                <a:cubicBezTo>
                  <a:pt x="20181" y="121620"/>
                  <a:pt x="24701" y="126140"/>
                  <a:pt x="30277" y="126140"/>
                </a:cubicBezTo>
                <a:cubicBezTo>
                  <a:pt x="35852" y="126140"/>
                  <a:pt x="40372" y="121620"/>
                  <a:pt x="40372" y="116044"/>
                </a:cubicBezTo>
                <a:cubicBezTo>
                  <a:pt x="40372" y="110468"/>
                  <a:pt x="35852" y="105948"/>
                  <a:pt x="30277" y="105948"/>
                </a:cubicBezTo>
                <a:cubicBezTo>
                  <a:pt x="24701" y="105948"/>
                  <a:pt x="20181" y="110468"/>
                  <a:pt x="20181" y="116044"/>
                </a:cubicBezTo>
                <a:moveTo>
                  <a:pt x="20181" y="201811"/>
                </a:moveTo>
                <a:cubicBezTo>
                  <a:pt x="20181" y="207387"/>
                  <a:pt x="24701" y="211907"/>
                  <a:pt x="30277" y="211907"/>
                </a:cubicBezTo>
                <a:cubicBezTo>
                  <a:pt x="35852" y="211907"/>
                  <a:pt x="40372" y="207387"/>
                  <a:pt x="40372" y="201811"/>
                </a:cubicBezTo>
                <a:cubicBezTo>
                  <a:pt x="40372" y="196236"/>
                  <a:pt x="35852" y="191715"/>
                  <a:pt x="30277" y="191715"/>
                </a:cubicBezTo>
                <a:cubicBezTo>
                  <a:pt x="24701" y="191715"/>
                  <a:pt x="20181" y="196236"/>
                  <a:pt x="20181" y="201811"/>
                </a:cubicBezTo>
                <a:moveTo>
                  <a:pt x="105959" y="30277"/>
                </a:moveTo>
                <a:cubicBezTo>
                  <a:pt x="105959" y="35852"/>
                  <a:pt x="110479" y="40372"/>
                  <a:pt x="116054" y="40372"/>
                </a:cubicBezTo>
                <a:cubicBezTo>
                  <a:pt x="121630" y="40372"/>
                  <a:pt x="126150" y="35852"/>
                  <a:pt x="126150" y="30277"/>
                </a:cubicBezTo>
                <a:cubicBezTo>
                  <a:pt x="126150" y="24701"/>
                  <a:pt x="121630" y="20181"/>
                  <a:pt x="116054" y="20181"/>
                </a:cubicBezTo>
                <a:cubicBezTo>
                  <a:pt x="110479" y="20181"/>
                  <a:pt x="105959" y="24701"/>
                  <a:pt x="105959" y="30277"/>
                </a:cubicBezTo>
                <a:moveTo>
                  <a:pt x="191736" y="30277"/>
                </a:moveTo>
                <a:cubicBezTo>
                  <a:pt x="191737" y="35852"/>
                  <a:pt x="196257" y="40372"/>
                  <a:pt x="201832" y="40372"/>
                </a:cubicBezTo>
                <a:cubicBezTo>
                  <a:pt x="207408" y="40372"/>
                  <a:pt x="211928" y="35852"/>
                  <a:pt x="211928" y="30277"/>
                </a:cubicBezTo>
                <a:cubicBezTo>
                  <a:pt x="211928" y="24701"/>
                  <a:pt x="207408" y="20181"/>
                  <a:pt x="201832" y="20181"/>
                </a:cubicBezTo>
                <a:cubicBezTo>
                  <a:pt x="196257" y="20181"/>
                  <a:pt x="191737" y="24701"/>
                  <a:pt x="191737" y="30277"/>
                </a:cubicBezTo>
                <a:moveTo>
                  <a:pt x="105959" y="116044"/>
                </a:moveTo>
                <a:cubicBezTo>
                  <a:pt x="105959" y="121620"/>
                  <a:pt x="110479" y="126140"/>
                  <a:pt x="116054" y="126140"/>
                </a:cubicBezTo>
                <a:cubicBezTo>
                  <a:pt x="121630" y="126140"/>
                  <a:pt x="126150" y="121620"/>
                  <a:pt x="126150" y="116044"/>
                </a:cubicBezTo>
                <a:cubicBezTo>
                  <a:pt x="126150" y="110468"/>
                  <a:pt x="121630" y="105948"/>
                  <a:pt x="116054" y="105948"/>
                </a:cubicBezTo>
                <a:cubicBezTo>
                  <a:pt x="110479" y="105948"/>
                  <a:pt x="105959" y="110468"/>
                  <a:pt x="105959" y="116044"/>
                </a:cubicBezTo>
                <a:moveTo>
                  <a:pt x="191736" y="116044"/>
                </a:moveTo>
                <a:cubicBezTo>
                  <a:pt x="191737" y="121620"/>
                  <a:pt x="196257" y="126140"/>
                  <a:pt x="201832" y="126140"/>
                </a:cubicBezTo>
                <a:cubicBezTo>
                  <a:pt x="207408" y="126140"/>
                  <a:pt x="211928" y="121620"/>
                  <a:pt x="211928" y="116044"/>
                </a:cubicBezTo>
                <a:cubicBezTo>
                  <a:pt x="211928" y="110468"/>
                  <a:pt x="207408" y="105948"/>
                  <a:pt x="201832" y="105948"/>
                </a:cubicBezTo>
                <a:cubicBezTo>
                  <a:pt x="196257" y="105948"/>
                  <a:pt x="191737" y="110468"/>
                  <a:pt x="191737" y="116044"/>
                </a:cubicBezTo>
                <a:moveTo>
                  <a:pt x="105959" y="201811"/>
                </a:moveTo>
                <a:cubicBezTo>
                  <a:pt x="105959" y="207387"/>
                  <a:pt x="110479" y="211907"/>
                  <a:pt x="116054" y="211907"/>
                </a:cubicBezTo>
                <a:cubicBezTo>
                  <a:pt x="121630" y="211907"/>
                  <a:pt x="126150" y="207387"/>
                  <a:pt x="126150" y="201811"/>
                </a:cubicBezTo>
                <a:cubicBezTo>
                  <a:pt x="126150" y="196236"/>
                  <a:pt x="121630" y="191715"/>
                  <a:pt x="116054" y="191715"/>
                </a:cubicBezTo>
                <a:cubicBezTo>
                  <a:pt x="110479" y="191715"/>
                  <a:pt x="105959" y="196236"/>
                  <a:pt x="105959" y="201811"/>
                </a:cubicBezTo>
                <a:moveTo>
                  <a:pt x="191736" y="201811"/>
                </a:moveTo>
                <a:cubicBezTo>
                  <a:pt x="191737" y="207387"/>
                  <a:pt x="196257" y="211907"/>
                  <a:pt x="201832" y="211907"/>
                </a:cubicBezTo>
                <a:cubicBezTo>
                  <a:pt x="207408" y="211907"/>
                  <a:pt x="211928" y="207387"/>
                  <a:pt x="211928" y="201811"/>
                </a:cubicBezTo>
                <a:cubicBezTo>
                  <a:pt x="211928" y="196236"/>
                  <a:pt x="207408" y="191715"/>
                  <a:pt x="201832" y="191715"/>
                </a:cubicBezTo>
                <a:cubicBezTo>
                  <a:pt x="196257" y="191715"/>
                  <a:pt x="191737" y="196236"/>
                  <a:pt x="191737" y="201811"/>
                </a:cubicBezTo>
                <a:moveTo>
                  <a:pt x="85777" y="10095"/>
                </a:moveTo>
                <a:cubicBezTo>
                  <a:pt x="85777" y="4515"/>
                  <a:pt x="90303" y="0"/>
                  <a:pt x="95873" y="0"/>
                </a:cubicBezTo>
                <a:lnTo>
                  <a:pt x="136236" y="0"/>
                </a:lnTo>
                <a:cubicBezTo>
                  <a:pt x="141806" y="0"/>
                  <a:pt x="146331" y="4515"/>
                  <a:pt x="146331" y="10095"/>
                </a:cubicBezTo>
                <a:lnTo>
                  <a:pt x="146331" y="50458"/>
                </a:lnTo>
                <a:cubicBezTo>
                  <a:pt x="146326" y="56029"/>
                  <a:pt x="141807" y="60543"/>
                  <a:pt x="136236" y="60543"/>
                </a:cubicBezTo>
                <a:lnTo>
                  <a:pt x="95873" y="60543"/>
                </a:lnTo>
                <a:cubicBezTo>
                  <a:pt x="90302" y="60543"/>
                  <a:pt x="85783" y="56029"/>
                  <a:pt x="85777" y="50458"/>
                </a:cubicBezTo>
                <a:lnTo>
                  <a:pt x="85777" y="10095"/>
                </a:lnTo>
                <a:close/>
                <a:moveTo>
                  <a:pt x="171566" y="10095"/>
                </a:moveTo>
                <a:cubicBezTo>
                  <a:pt x="171566" y="4515"/>
                  <a:pt x="176081" y="0"/>
                  <a:pt x="181651" y="0"/>
                </a:cubicBezTo>
                <a:lnTo>
                  <a:pt x="222014" y="0"/>
                </a:lnTo>
                <a:cubicBezTo>
                  <a:pt x="227594" y="0"/>
                  <a:pt x="232109" y="4515"/>
                  <a:pt x="232109" y="10095"/>
                </a:cubicBezTo>
                <a:lnTo>
                  <a:pt x="232109" y="50458"/>
                </a:lnTo>
                <a:cubicBezTo>
                  <a:pt x="232104" y="56029"/>
                  <a:pt x="227585" y="60543"/>
                  <a:pt x="222014" y="60543"/>
                </a:cubicBezTo>
                <a:lnTo>
                  <a:pt x="181651" y="60543"/>
                </a:lnTo>
                <a:cubicBezTo>
                  <a:pt x="176084" y="60537"/>
                  <a:pt x="171572" y="56025"/>
                  <a:pt x="171566" y="50458"/>
                </a:cubicBezTo>
                <a:lnTo>
                  <a:pt x="171566" y="10095"/>
                </a:lnTo>
                <a:close/>
                <a:moveTo>
                  <a:pt x="0" y="95863"/>
                </a:moveTo>
                <a:cubicBezTo>
                  <a:pt x="0" y="90293"/>
                  <a:pt x="4515" y="85767"/>
                  <a:pt x="10095" y="85767"/>
                </a:cubicBezTo>
                <a:lnTo>
                  <a:pt x="50458" y="85767"/>
                </a:lnTo>
                <a:cubicBezTo>
                  <a:pt x="56028" y="85767"/>
                  <a:pt x="60543" y="90293"/>
                  <a:pt x="60543" y="95863"/>
                </a:cubicBezTo>
                <a:lnTo>
                  <a:pt x="60543" y="136225"/>
                </a:lnTo>
                <a:cubicBezTo>
                  <a:pt x="60543" y="141797"/>
                  <a:pt x="56029" y="146315"/>
                  <a:pt x="50458" y="146321"/>
                </a:cubicBezTo>
                <a:lnTo>
                  <a:pt x="10095" y="146321"/>
                </a:lnTo>
                <a:cubicBezTo>
                  <a:pt x="4520" y="146321"/>
                  <a:pt x="0" y="141801"/>
                  <a:pt x="0" y="136225"/>
                </a:cubicBezTo>
                <a:lnTo>
                  <a:pt x="0" y="95863"/>
                </a:lnTo>
                <a:close/>
                <a:moveTo>
                  <a:pt x="0" y="181630"/>
                </a:moveTo>
                <a:cubicBezTo>
                  <a:pt x="0" y="176060"/>
                  <a:pt x="4515" y="171545"/>
                  <a:pt x="10095" y="171545"/>
                </a:cubicBezTo>
                <a:lnTo>
                  <a:pt x="50458" y="171545"/>
                </a:lnTo>
                <a:cubicBezTo>
                  <a:pt x="56028" y="171545"/>
                  <a:pt x="60543" y="176060"/>
                  <a:pt x="60543" y="181630"/>
                </a:cubicBezTo>
                <a:lnTo>
                  <a:pt x="60543" y="221992"/>
                </a:lnTo>
                <a:cubicBezTo>
                  <a:pt x="60543" y="227564"/>
                  <a:pt x="56029" y="232082"/>
                  <a:pt x="50458" y="232088"/>
                </a:cubicBezTo>
                <a:lnTo>
                  <a:pt x="10095" y="232088"/>
                </a:lnTo>
                <a:cubicBezTo>
                  <a:pt x="4520" y="232088"/>
                  <a:pt x="0" y="227568"/>
                  <a:pt x="0" y="221992"/>
                </a:cubicBezTo>
                <a:lnTo>
                  <a:pt x="0" y="181630"/>
                </a:lnTo>
                <a:close/>
                <a:moveTo>
                  <a:pt x="85777" y="95863"/>
                </a:moveTo>
                <a:cubicBezTo>
                  <a:pt x="85777" y="90293"/>
                  <a:pt x="90303" y="85767"/>
                  <a:pt x="95873" y="85767"/>
                </a:cubicBezTo>
                <a:lnTo>
                  <a:pt x="136236" y="85767"/>
                </a:lnTo>
                <a:cubicBezTo>
                  <a:pt x="141806" y="85767"/>
                  <a:pt x="146331" y="90293"/>
                  <a:pt x="146331" y="95863"/>
                </a:cubicBezTo>
                <a:lnTo>
                  <a:pt x="146331" y="136225"/>
                </a:lnTo>
                <a:cubicBezTo>
                  <a:pt x="146334" y="138904"/>
                  <a:pt x="145272" y="141473"/>
                  <a:pt x="143378" y="143367"/>
                </a:cubicBezTo>
                <a:cubicBezTo>
                  <a:pt x="141484" y="145261"/>
                  <a:pt x="138914" y="146324"/>
                  <a:pt x="136236" y="146321"/>
                </a:cubicBezTo>
                <a:lnTo>
                  <a:pt x="95873" y="146321"/>
                </a:lnTo>
                <a:cubicBezTo>
                  <a:pt x="90297" y="146321"/>
                  <a:pt x="85777" y="141801"/>
                  <a:pt x="85777" y="136225"/>
                </a:cubicBezTo>
                <a:lnTo>
                  <a:pt x="85777" y="95863"/>
                </a:lnTo>
                <a:close/>
                <a:moveTo>
                  <a:pt x="85777" y="181630"/>
                </a:moveTo>
                <a:cubicBezTo>
                  <a:pt x="85777" y="176060"/>
                  <a:pt x="90303" y="171545"/>
                  <a:pt x="95873" y="171545"/>
                </a:cubicBezTo>
                <a:lnTo>
                  <a:pt x="136236" y="171545"/>
                </a:lnTo>
                <a:cubicBezTo>
                  <a:pt x="141806" y="171545"/>
                  <a:pt x="146331" y="176060"/>
                  <a:pt x="146331" y="181630"/>
                </a:cubicBezTo>
                <a:lnTo>
                  <a:pt x="146331" y="221992"/>
                </a:lnTo>
                <a:cubicBezTo>
                  <a:pt x="146332" y="227568"/>
                  <a:pt x="141811" y="232088"/>
                  <a:pt x="136236" y="232088"/>
                </a:cubicBezTo>
                <a:lnTo>
                  <a:pt x="95873" y="232088"/>
                </a:lnTo>
                <a:cubicBezTo>
                  <a:pt x="90297" y="232088"/>
                  <a:pt x="85777" y="227568"/>
                  <a:pt x="85777" y="221992"/>
                </a:cubicBezTo>
                <a:lnTo>
                  <a:pt x="85777" y="181630"/>
                </a:lnTo>
                <a:close/>
                <a:moveTo>
                  <a:pt x="171566" y="95863"/>
                </a:moveTo>
                <a:cubicBezTo>
                  <a:pt x="171566" y="90293"/>
                  <a:pt x="176081" y="85767"/>
                  <a:pt x="181651" y="85767"/>
                </a:cubicBezTo>
                <a:lnTo>
                  <a:pt x="222014" y="85767"/>
                </a:lnTo>
                <a:cubicBezTo>
                  <a:pt x="227594" y="85767"/>
                  <a:pt x="232109" y="90293"/>
                  <a:pt x="232109" y="95863"/>
                </a:cubicBezTo>
                <a:lnTo>
                  <a:pt x="232109" y="136225"/>
                </a:lnTo>
                <a:cubicBezTo>
                  <a:pt x="232112" y="138904"/>
                  <a:pt x="231049" y="141473"/>
                  <a:pt x="229155" y="143367"/>
                </a:cubicBezTo>
                <a:cubicBezTo>
                  <a:pt x="227262" y="145261"/>
                  <a:pt x="224692" y="146324"/>
                  <a:pt x="222014" y="146321"/>
                </a:cubicBezTo>
                <a:lnTo>
                  <a:pt x="181651" y="146321"/>
                </a:lnTo>
                <a:cubicBezTo>
                  <a:pt x="178975" y="146321"/>
                  <a:pt x="176408" y="145257"/>
                  <a:pt x="174516" y="143363"/>
                </a:cubicBezTo>
                <a:cubicBezTo>
                  <a:pt x="172624" y="141470"/>
                  <a:pt x="171563" y="138902"/>
                  <a:pt x="171566" y="136225"/>
                </a:cubicBezTo>
                <a:lnTo>
                  <a:pt x="171566" y="95863"/>
                </a:lnTo>
                <a:close/>
                <a:moveTo>
                  <a:pt x="171566" y="181630"/>
                </a:moveTo>
                <a:cubicBezTo>
                  <a:pt x="171566" y="176060"/>
                  <a:pt x="176081" y="171545"/>
                  <a:pt x="181651" y="171545"/>
                </a:cubicBezTo>
                <a:lnTo>
                  <a:pt x="222014" y="171545"/>
                </a:lnTo>
                <a:cubicBezTo>
                  <a:pt x="227594" y="171545"/>
                  <a:pt x="232109" y="176060"/>
                  <a:pt x="232109" y="181630"/>
                </a:cubicBezTo>
                <a:lnTo>
                  <a:pt x="232109" y="221992"/>
                </a:lnTo>
                <a:cubicBezTo>
                  <a:pt x="232109" y="227568"/>
                  <a:pt x="227589" y="232088"/>
                  <a:pt x="222014" y="232088"/>
                </a:cubicBezTo>
                <a:lnTo>
                  <a:pt x="181651" y="232088"/>
                </a:lnTo>
                <a:cubicBezTo>
                  <a:pt x="176080" y="232082"/>
                  <a:pt x="171566" y="227564"/>
                  <a:pt x="171566" y="221992"/>
                </a:cubicBezTo>
                <a:lnTo>
                  <a:pt x="171566" y="181630"/>
                </a:lnTo>
                <a:close/>
                <a:moveTo>
                  <a:pt x="60554" y="30277"/>
                </a:moveTo>
                <a:lnTo>
                  <a:pt x="85777" y="30277"/>
                </a:lnTo>
                <a:moveTo>
                  <a:pt x="60554" y="116044"/>
                </a:moveTo>
                <a:lnTo>
                  <a:pt x="85777" y="116044"/>
                </a:lnTo>
                <a:moveTo>
                  <a:pt x="60554" y="201811"/>
                </a:moveTo>
                <a:lnTo>
                  <a:pt x="85777" y="201811"/>
                </a:lnTo>
                <a:moveTo>
                  <a:pt x="146331" y="30277"/>
                </a:moveTo>
                <a:lnTo>
                  <a:pt x="171555" y="30277"/>
                </a:lnTo>
                <a:moveTo>
                  <a:pt x="146331" y="116044"/>
                </a:moveTo>
                <a:lnTo>
                  <a:pt x="171555" y="116044"/>
                </a:lnTo>
                <a:moveTo>
                  <a:pt x="146331" y="201811"/>
                </a:moveTo>
                <a:lnTo>
                  <a:pt x="171555" y="201811"/>
                </a:lnTo>
                <a:moveTo>
                  <a:pt x="201822" y="60543"/>
                </a:moveTo>
                <a:lnTo>
                  <a:pt x="201822" y="85767"/>
                </a:lnTo>
                <a:moveTo>
                  <a:pt x="116054" y="60543"/>
                </a:moveTo>
                <a:lnTo>
                  <a:pt x="116054" y="85767"/>
                </a:lnTo>
                <a:moveTo>
                  <a:pt x="30287" y="60543"/>
                </a:moveTo>
                <a:lnTo>
                  <a:pt x="30287" y="85767"/>
                </a:lnTo>
                <a:moveTo>
                  <a:pt x="201822" y="146321"/>
                </a:moveTo>
                <a:lnTo>
                  <a:pt x="201822" y="171545"/>
                </a:lnTo>
                <a:moveTo>
                  <a:pt x="116054" y="146321"/>
                </a:moveTo>
                <a:lnTo>
                  <a:pt x="116054" y="171545"/>
                </a:lnTo>
                <a:moveTo>
                  <a:pt x="30287" y="146321"/>
                </a:moveTo>
                <a:lnTo>
                  <a:pt x="30287" y="171545"/>
                </a:lnTo>
              </a:path>
            </a:pathLst>
          </a:custGeom>
          <a:noFill/>
          <a:ln w="5271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13766" y="2677931"/>
            <a:ext cx="242638" cy="221539"/>
          </a:xfrm>
          <a:custGeom>
            <a:avLst/>
            <a:gdLst/>
            <a:ahLst/>
            <a:cxnLst/>
            <a:rect l="0" t="0" r="0" b="0"/>
            <a:pathLst>
              <a:path w="242638" h="221539">
                <a:moveTo>
                  <a:pt x="31648" y="73846"/>
                </a:moveTo>
                <a:cubicBezTo>
                  <a:pt x="31648" y="94238"/>
                  <a:pt x="48179" y="110769"/>
                  <a:pt x="68571" y="110769"/>
                </a:cubicBezTo>
                <a:cubicBezTo>
                  <a:pt x="88963" y="110769"/>
                  <a:pt x="105494" y="94238"/>
                  <a:pt x="105494" y="73846"/>
                </a:cubicBezTo>
                <a:cubicBezTo>
                  <a:pt x="105494" y="53454"/>
                  <a:pt x="88963" y="36923"/>
                  <a:pt x="68571" y="36923"/>
                </a:cubicBezTo>
                <a:cubicBezTo>
                  <a:pt x="48179" y="36923"/>
                  <a:pt x="31648" y="53454"/>
                  <a:pt x="31648" y="73846"/>
                </a:cubicBezTo>
                <a:moveTo>
                  <a:pt x="68571" y="36923"/>
                </a:moveTo>
                <a:lnTo>
                  <a:pt x="68571" y="73846"/>
                </a:lnTo>
                <a:lnTo>
                  <a:pt x="105494" y="73846"/>
                </a:lnTo>
                <a:moveTo>
                  <a:pt x="89670" y="221539"/>
                </a:moveTo>
                <a:cubicBezTo>
                  <a:pt x="99226" y="209473"/>
                  <a:pt x="104760" y="194715"/>
                  <a:pt x="105494" y="179341"/>
                </a:cubicBezTo>
                <a:moveTo>
                  <a:pt x="152967" y="221539"/>
                </a:moveTo>
                <a:cubicBezTo>
                  <a:pt x="143411" y="209473"/>
                  <a:pt x="137877" y="194715"/>
                  <a:pt x="137143" y="179341"/>
                </a:cubicBezTo>
                <a:moveTo>
                  <a:pt x="73835" y="221539"/>
                </a:moveTo>
                <a:lnTo>
                  <a:pt x="168781" y="221539"/>
                </a:lnTo>
                <a:moveTo>
                  <a:pt x="0" y="147692"/>
                </a:moveTo>
                <a:lnTo>
                  <a:pt x="242638" y="147692"/>
                </a:lnTo>
                <a:moveTo>
                  <a:pt x="10549" y="0"/>
                </a:moveTo>
                <a:lnTo>
                  <a:pt x="232088" y="0"/>
                </a:lnTo>
                <a:cubicBezTo>
                  <a:pt x="232088" y="0"/>
                  <a:pt x="242638" y="0"/>
                  <a:pt x="242638" y="10549"/>
                </a:cubicBezTo>
                <a:lnTo>
                  <a:pt x="242638" y="168791"/>
                </a:lnTo>
                <a:cubicBezTo>
                  <a:pt x="242638" y="168791"/>
                  <a:pt x="242638" y="179341"/>
                  <a:pt x="232088" y="179341"/>
                </a:cubicBezTo>
                <a:lnTo>
                  <a:pt x="10549" y="179341"/>
                </a:lnTo>
                <a:cubicBezTo>
                  <a:pt x="10549" y="179341"/>
                  <a:pt x="0" y="179341"/>
                  <a:pt x="0" y="168791"/>
                </a:cubicBezTo>
                <a:lnTo>
                  <a:pt x="0" y="10549"/>
                </a:lnTo>
                <a:cubicBezTo>
                  <a:pt x="0" y="10549"/>
                  <a:pt x="0" y="0"/>
                  <a:pt x="10549" y="0"/>
                </a:cubicBezTo>
                <a:moveTo>
                  <a:pt x="137143" y="58022"/>
                </a:moveTo>
                <a:lnTo>
                  <a:pt x="152967" y="36923"/>
                </a:lnTo>
                <a:lnTo>
                  <a:pt x="184616" y="63296"/>
                </a:lnTo>
                <a:lnTo>
                  <a:pt x="210989" y="31648"/>
                </a:lnTo>
                <a:moveTo>
                  <a:pt x="200440" y="116044"/>
                </a:moveTo>
                <a:lnTo>
                  <a:pt x="200440" y="100220"/>
                </a:lnTo>
                <a:moveTo>
                  <a:pt x="179341" y="116044"/>
                </a:moveTo>
                <a:lnTo>
                  <a:pt x="179341" y="94945"/>
                </a:lnTo>
                <a:moveTo>
                  <a:pt x="158242" y="116044"/>
                </a:moveTo>
                <a:lnTo>
                  <a:pt x="158242" y="84395"/>
                </a:lnTo>
                <a:moveTo>
                  <a:pt x="137143" y="116044"/>
                </a:moveTo>
                <a:lnTo>
                  <a:pt x="137143" y="100220"/>
                </a:lnTo>
              </a:path>
            </a:pathLst>
          </a:custGeom>
          <a:noFill/>
          <a:ln w="5271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109074" y="3135227"/>
            <a:ext cx="164701" cy="149041"/>
          </a:xfrm>
          <a:custGeom>
            <a:avLst/>
            <a:gdLst/>
            <a:ahLst/>
            <a:cxnLst/>
            <a:rect l="0" t="0" r="0" b="0"/>
            <a:pathLst>
              <a:path w="164701" h="149041">
                <a:moveTo>
                  <a:pt x="120103" y="19422"/>
                </a:moveTo>
                <a:lnTo>
                  <a:pt x="164701" y="2575"/>
                </a:lnTo>
                <a:lnTo>
                  <a:pt x="164701" y="149041"/>
                </a:lnTo>
                <a:moveTo>
                  <a:pt x="0" y="55296"/>
                </a:moveTo>
                <a:cubicBezTo>
                  <a:pt x="0" y="25247"/>
                  <a:pt x="14328" y="0"/>
                  <a:pt x="41873" y="0"/>
                </a:cubicBezTo>
                <a:cubicBezTo>
                  <a:pt x="69418" y="0"/>
                  <a:pt x="83746" y="25247"/>
                  <a:pt x="83746" y="55296"/>
                </a:cubicBezTo>
                <a:lnTo>
                  <a:pt x="83746" y="92716"/>
                </a:lnTo>
                <a:cubicBezTo>
                  <a:pt x="83746" y="122765"/>
                  <a:pt x="68746" y="148675"/>
                  <a:pt x="41873" y="148675"/>
                </a:cubicBezTo>
                <a:cubicBezTo>
                  <a:pt x="15000" y="148675"/>
                  <a:pt x="0" y="122765"/>
                  <a:pt x="0" y="92716"/>
                </a:cubicBezTo>
                <a:lnTo>
                  <a:pt x="0" y="55296"/>
                </a:lnTo>
                <a:close/>
              </a:path>
            </a:pathLst>
          </a:custGeom>
          <a:noFill/>
          <a:ln w="5271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290617" y="3135227"/>
            <a:ext cx="206314" cy="148675"/>
          </a:xfrm>
          <a:custGeom>
            <a:avLst/>
            <a:gdLst/>
            <a:ahLst/>
            <a:cxnLst/>
            <a:rect l="0" t="0" r="0" b="0"/>
            <a:pathLst>
              <a:path w="206314" h="148675">
                <a:moveTo>
                  <a:pt x="0" y="55296"/>
                </a:moveTo>
                <a:cubicBezTo>
                  <a:pt x="0" y="25247"/>
                  <a:pt x="14328" y="0"/>
                  <a:pt x="41873" y="0"/>
                </a:cubicBezTo>
                <a:cubicBezTo>
                  <a:pt x="69418" y="0"/>
                  <a:pt x="83746" y="25247"/>
                  <a:pt x="83746" y="55296"/>
                </a:cubicBezTo>
                <a:lnTo>
                  <a:pt x="83746" y="92716"/>
                </a:lnTo>
                <a:cubicBezTo>
                  <a:pt x="83746" y="122765"/>
                  <a:pt x="68746" y="148675"/>
                  <a:pt x="41873" y="148675"/>
                </a:cubicBezTo>
                <a:cubicBezTo>
                  <a:pt x="15000" y="148675"/>
                  <a:pt x="0" y="122765"/>
                  <a:pt x="0" y="92716"/>
                </a:cubicBezTo>
                <a:lnTo>
                  <a:pt x="0" y="55296"/>
                </a:lnTo>
                <a:close/>
                <a:moveTo>
                  <a:pt x="114774" y="41249"/>
                </a:moveTo>
                <a:cubicBezTo>
                  <a:pt x="114774" y="16878"/>
                  <a:pt x="131782" y="0"/>
                  <a:pt x="154894" y="0"/>
                </a:cubicBezTo>
                <a:cubicBezTo>
                  <a:pt x="193236" y="0"/>
                  <a:pt x="206314" y="37415"/>
                  <a:pt x="181182" y="70698"/>
                </a:cubicBezTo>
                <a:lnTo>
                  <a:pt x="117403" y="146227"/>
                </a:lnTo>
                <a:lnTo>
                  <a:pt x="205073" y="146227"/>
                </a:lnTo>
              </a:path>
            </a:pathLst>
          </a:custGeom>
          <a:noFill/>
          <a:ln w="5271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472160" y="3135227"/>
            <a:ext cx="200721" cy="148719"/>
          </a:xfrm>
          <a:custGeom>
            <a:avLst/>
            <a:gdLst/>
            <a:ahLst/>
            <a:cxnLst/>
            <a:rect l="0" t="0" r="0" b="0"/>
            <a:pathLst>
              <a:path w="200721" h="148719">
                <a:moveTo>
                  <a:pt x="0" y="55296"/>
                </a:moveTo>
                <a:cubicBezTo>
                  <a:pt x="0" y="25247"/>
                  <a:pt x="14328" y="0"/>
                  <a:pt x="41873" y="0"/>
                </a:cubicBezTo>
                <a:cubicBezTo>
                  <a:pt x="69418" y="0"/>
                  <a:pt x="83746" y="25247"/>
                  <a:pt x="83746" y="55296"/>
                </a:cubicBezTo>
                <a:lnTo>
                  <a:pt x="83746" y="92716"/>
                </a:lnTo>
                <a:cubicBezTo>
                  <a:pt x="83746" y="122765"/>
                  <a:pt x="68746" y="148675"/>
                  <a:pt x="41873" y="148675"/>
                </a:cubicBezTo>
                <a:cubicBezTo>
                  <a:pt x="15000" y="148675"/>
                  <a:pt x="0" y="122765"/>
                  <a:pt x="0" y="92716"/>
                </a:cubicBezTo>
                <a:lnTo>
                  <a:pt x="0" y="55296"/>
                </a:lnTo>
                <a:close/>
                <a:moveTo>
                  <a:pt x="116302" y="38889"/>
                </a:moveTo>
                <a:cubicBezTo>
                  <a:pt x="115674" y="26183"/>
                  <a:pt x="123483" y="77"/>
                  <a:pt x="158205" y="77"/>
                </a:cubicBezTo>
                <a:cubicBezTo>
                  <a:pt x="192927" y="77"/>
                  <a:pt x="198246" y="25857"/>
                  <a:pt x="197043" y="40413"/>
                </a:cubicBezTo>
                <a:cubicBezTo>
                  <a:pt x="195716" y="56464"/>
                  <a:pt x="185668" y="72858"/>
                  <a:pt x="143095" y="72858"/>
                </a:cubicBezTo>
                <a:cubicBezTo>
                  <a:pt x="182724" y="72858"/>
                  <a:pt x="200721" y="83693"/>
                  <a:pt x="200721" y="113033"/>
                </a:cubicBezTo>
                <a:cubicBezTo>
                  <a:pt x="200721" y="138396"/>
                  <a:pt x="178303" y="148719"/>
                  <a:pt x="157820" y="148719"/>
                </a:cubicBezTo>
                <a:cubicBezTo>
                  <a:pt x="143099" y="148593"/>
                  <a:pt x="113656" y="140265"/>
                  <a:pt x="113656" y="107958"/>
                </a:cubicBezTo>
              </a:path>
            </a:pathLst>
          </a:custGeom>
          <a:noFill/>
          <a:ln w="5271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0463" y="371475"/>
            <a:ext cx="8023073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E8F1FF"/>
                </a:solidFill>
                <a:latin typeface="Merriweather"/>
              </a:rPr>
              <a:t>Multi-Tier Decoupled Architecture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35246" y="3135229"/>
            <a:ext cx="204344" cy="148792"/>
          </a:xfrm>
          <a:custGeom>
            <a:avLst/>
            <a:gdLst/>
            <a:ahLst/>
            <a:cxnLst/>
            <a:rect l="0" t="0" r="0" b="0"/>
            <a:pathLst>
              <a:path w="204344" h="148792">
                <a:moveTo>
                  <a:pt x="0" y="55296"/>
                </a:moveTo>
                <a:cubicBezTo>
                  <a:pt x="0" y="25247"/>
                  <a:pt x="14328" y="0"/>
                  <a:pt x="41873" y="0"/>
                </a:cubicBezTo>
                <a:cubicBezTo>
                  <a:pt x="69418" y="0"/>
                  <a:pt x="83746" y="25247"/>
                  <a:pt x="83746" y="55296"/>
                </a:cubicBezTo>
                <a:lnTo>
                  <a:pt x="83746" y="92716"/>
                </a:lnTo>
                <a:cubicBezTo>
                  <a:pt x="83746" y="122765"/>
                  <a:pt x="68746" y="148675"/>
                  <a:pt x="41873" y="148675"/>
                </a:cubicBezTo>
                <a:cubicBezTo>
                  <a:pt x="15000" y="148675"/>
                  <a:pt x="0" y="122765"/>
                  <a:pt x="0" y="92716"/>
                </a:cubicBezTo>
                <a:lnTo>
                  <a:pt x="0" y="55296"/>
                </a:lnTo>
                <a:close/>
                <a:moveTo>
                  <a:pt x="203716" y="2241"/>
                </a:moveTo>
                <a:lnTo>
                  <a:pt x="133485" y="2241"/>
                </a:lnTo>
                <a:lnTo>
                  <a:pt x="126148" y="70937"/>
                </a:lnTo>
                <a:cubicBezTo>
                  <a:pt x="130521" y="66563"/>
                  <a:pt x="143899" y="57815"/>
                  <a:pt x="162424" y="57815"/>
                </a:cubicBezTo>
                <a:cubicBezTo>
                  <a:pt x="184082" y="57815"/>
                  <a:pt x="204344" y="72532"/>
                  <a:pt x="202311" y="107376"/>
                </a:cubicBezTo>
                <a:cubicBezTo>
                  <a:pt x="200205" y="143462"/>
                  <a:pt x="178495" y="148792"/>
                  <a:pt x="160648" y="148792"/>
                </a:cubicBezTo>
                <a:cubicBezTo>
                  <a:pt x="141744" y="148792"/>
                  <a:pt x="123074" y="135377"/>
                  <a:pt x="121321" y="110080"/>
                </a:cubicBezTo>
              </a:path>
            </a:pathLst>
          </a:custGeom>
          <a:noFill/>
          <a:ln w="5271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3" name="Group 72"/>
          <p:cNvGrpSpPr/>
          <p:nvPr/>
        </p:nvGrpSpPr>
        <p:grpSpPr>
          <a:xfrm>
            <a:off x="1809644" y="3421674"/>
            <a:ext cx="798547" cy="506452"/>
            <a:chOff x="1809644" y="3421674"/>
            <a:chExt cx="798547" cy="506452"/>
          </a:xfrm>
        </p:grpSpPr>
        <p:sp>
          <p:nvSpPr>
            <p:cNvPr id="70" name="TextBox 69"/>
            <p:cNvSpPr txBox="1"/>
            <p:nvPr/>
          </p:nvSpPr>
          <p:spPr>
            <a:xfrm>
              <a:off x="1749753" y="3421674"/>
              <a:ext cx="918329" cy="168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8F1FF"/>
                  </a:solidFill>
                  <a:latin typeface="Georgia"/>
                </a:rPr>
                <a:t>Telemetry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749753" y="3590552"/>
              <a:ext cx="918329" cy="168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8F1FF"/>
                  </a:solidFill>
                  <a:latin typeface="Georgia"/>
                </a:rPr>
                <a:t>and Wafer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749753" y="3759335"/>
              <a:ext cx="918329" cy="1687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8F1FF"/>
                  </a:solidFill>
                  <a:latin typeface="Georgia"/>
                </a:rPr>
                <a:t>Grids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2904738" y="3421671"/>
            <a:ext cx="971426" cy="337622"/>
            <a:chOff x="2904738" y="3421671"/>
            <a:chExt cx="971426" cy="337622"/>
          </a:xfrm>
        </p:grpSpPr>
        <p:sp>
          <p:nvSpPr>
            <p:cNvPr id="74" name="TextBox 73"/>
            <p:cNvSpPr txBox="1"/>
            <p:nvPr/>
          </p:nvSpPr>
          <p:spPr>
            <a:xfrm>
              <a:off x="2831882" y="3421671"/>
              <a:ext cx="1117139" cy="168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8F1FF"/>
                  </a:solidFill>
                  <a:latin typeface="Georgia"/>
                </a:rPr>
                <a:t>FastAPI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831882" y="3590454"/>
              <a:ext cx="1117139" cy="1688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8F1FF"/>
                  </a:solidFill>
                  <a:latin typeface="Georgia"/>
                </a:rPr>
                <a:t>Preprocessor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4220584" y="3421671"/>
            <a:ext cx="702821" cy="337622"/>
            <a:chOff x="4220584" y="3421671"/>
            <a:chExt cx="702821" cy="337622"/>
          </a:xfrm>
        </p:grpSpPr>
        <p:sp>
          <p:nvSpPr>
            <p:cNvPr id="77" name="TextBox 76"/>
            <p:cNvSpPr txBox="1"/>
            <p:nvPr/>
          </p:nvSpPr>
          <p:spPr>
            <a:xfrm>
              <a:off x="4167873" y="3421671"/>
              <a:ext cx="808244" cy="168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8F1FF"/>
                  </a:solidFill>
                  <a:latin typeface="Georgia"/>
                </a:rPr>
                <a:t>ML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167873" y="3590454"/>
              <a:ext cx="808244" cy="1688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8F1FF"/>
                  </a:solidFill>
                  <a:latin typeface="Georgia"/>
                </a:rPr>
                <a:t>Inference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5372419" y="3421671"/>
            <a:ext cx="762238" cy="337622"/>
            <a:chOff x="5372419" y="3421671"/>
            <a:chExt cx="762238" cy="337622"/>
          </a:xfrm>
        </p:grpSpPr>
        <p:sp>
          <p:nvSpPr>
            <p:cNvPr id="80" name="TextBox 79"/>
            <p:cNvSpPr txBox="1"/>
            <p:nvPr/>
          </p:nvSpPr>
          <p:spPr>
            <a:xfrm>
              <a:off x="5315252" y="3421671"/>
              <a:ext cx="876573" cy="168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8F1FF"/>
                  </a:solidFill>
                  <a:latin typeface="Georgia"/>
                </a:rPr>
                <a:t>MongoDB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315252" y="3590454"/>
              <a:ext cx="876573" cy="1688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8F1FF"/>
                  </a:solidFill>
                  <a:latin typeface="Georgia"/>
                </a:rPr>
                <a:t>Storage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6516643" y="3421671"/>
            <a:ext cx="836885" cy="337622"/>
            <a:chOff x="6516643" y="3421671"/>
            <a:chExt cx="836885" cy="337622"/>
          </a:xfrm>
        </p:grpSpPr>
        <p:sp>
          <p:nvSpPr>
            <p:cNvPr id="83" name="TextBox 82"/>
            <p:cNvSpPr txBox="1"/>
            <p:nvPr/>
          </p:nvSpPr>
          <p:spPr>
            <a:xfrm>
              <a:off x="6453877" y="3421671"/>
              <a:ext cx="962417" cy="168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8F1FF"/>
                  </a:solidFill>
                  <a:latin typeface="Georgia"/>
                </a:rPr>
                <a:t>Dashboard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453877" y="3590454"/>
              <a:ext cx="962417" cy="1688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8F1FF"/>
                  </a:solidFill>
                  <a:latin typeface="Georgia"/>
                </a:rPr>
                <a:t>and Alerts</a:t>
              </a: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2923550" y="3843717"/>
            <a:ext cx="933802" cy="379722"/>
            <a:chOff x="2923550" y="3843717"/>
            <a:chExt cx="933802" cy="379722"/>
          </a:xfrm>
        </p:grpSpPr>
        <p:sp>
          <p:nvSpPr>
            <p:cNvPr id="86" name="TextBox 85"/>
            <p:cNvSpPr txBox="1"/>
            <p:nvPr/>
          </p:nvSpPr>
          <p:spPr>
            <a:xfrm>
              <a:off x="2853515" y="3843717"/>
              <a:ext cx="1073872" cy="1264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Data processing via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853515" y="3970209"/>
              <a:ext cx="1073872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Python 3.13 and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853515" y="4096796"/>
              <a:ext cx="1073872" cy="126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FastAPI.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5288542" y="3843717"/>
            <a:ext cx="930001" cy="379722"/>
            <a:chOff x="5288542" y="3843717"/>
            <a:chExt cx="930001" cy="379722"/>
          </a:xfrm>
        </p:grpSpPr>
        <p:sp>
          <p:nvSpPr>
            <p:cNvPr id="90" name="TextBox 89"/>
            <p:cNvSpPr txBox="1"/>
            <p:nvPr/>
          </p:nvSpPr>
          <p:spPr>
            <a:xfrm>
              <a:off x="5218792" y="3843717"/>
              <a:ext cx="1069501" cy="1264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Persistence of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218792" y="3970209"/>
              <a:ext cx="1069501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processed data into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218792" y="4096796"/>
              <a:ext cx="1069501" cy="126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MongoDB.</a:t>
              </a: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6448891" y="3843731"/>
            <a:ext cx="972388" cy="506281"/>
            <a:chOff x="6448891" y="3843731"/>
            <a:chExt cx="972388" cy="506281"/>
          </a:xfrm>
        </p:grpSpPr>
        <p:sp>
          <p:nvSpPr>
            <p:cNvPr id="94" name="TextBox 93"/>
            <p:cNvSpPr txBox="1"/>
            <p:nvPr/>
          </p:nvSpPr>
          <p:spPr>
            <a:xfrm>
              <a:off x="6375962" y="3843731"/>
              <a:ext cx="1118246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Visualization on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375962" y="3970318"/>
              <a:ext cx="1118246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React dashboard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6375962" y="4096905"/>
              <a:ext cx="1118246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and delivery of Slack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375962" y="4223492"/>
              <a:ext cx="1118246" cy="126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alerts.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1732187" y="4012561"/>
            <a:ext cx="953462" cy="506281"/>
            <a:chOff x="1732187" y="4012561"/>
            <a:chExt cx="953462" cy="506281"/>
          </a:xfrm>
        </p:grpSpPr>
        <p:sp>
          <p:nvSpPr>
            <p:cNvPr id="99" name="TextBox 98"/>
            <p:cNvSpPr txBox="1"/>
            <p:nvPr/>
          </p:nvSpPr>
          <p:spPr>
            <a:xfrm>
              <a:off x="1660678" y="4012561"/>
              <a:ext cx="1096481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Raw data collection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660678" y="4139148"/>
              <a:ext cx="1096481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from sensor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660678" y="4265735"/>
              <a:ext cx="1096481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telemetry and wafer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660678" y="4392322"/>
              <a:ext cx="1096481" cy="126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grids.</a:t>
              </a:r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4089377" y="3843765"/>
            <a:ext cx="965244" cy="759408"/>
            <a:chOff x="4089377" y="3843765"/>
            <a:chExt cx="965244" cy="759408"/>
          </a:xfrm>
        </p:grpSpPr>
        <p:sp>
          <p:nvSpPr>
            <p:cNvPr id="104" name="TextBox 103"/>
            <p:cNvSpPr txBox="1"/>
            <p:nvPr/>
          </p:nvSpPr>
          <p:spPr>
            <a:xfrm>
              <a:off x="4016984" y="3843765"/>
              <a:ext cx="1110030" cy="126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Execution of models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016984" y="3970257"/>
              <a:ext cx="1110030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using XGBoost,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4016984" y="4096844"/>
              <a:ext cx="1110030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PyTorch, scikit-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4016984" y="4223431"/>
              <a:ext cx="1110030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learn, SHAP, and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4016984" y="4350018"/>
              <a:ext cx="1110030" cy="126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IBM watsonx.ai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016984" y="4476510"/>
              <a:ext cx="1110030" cy="126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8F1FF"/>
                  </a:solidFill>
                  <a:latin typeface="Georgia"/>
                </a:rPr>
                <a:t>SDK.</a:t>
              </a:r>
            </a:p>
          </p:txBody>
        </p:sp>
      </p:grpSp>
      <p:sp>
        <p:nvSpPr>
          <p:cNvPr id="111" name="Rounded Rectangle 110"/>
          <p:cNvSpPr/>
          <p:nvPr/>
        </p:nvSpPr>
        <p:spPr>
          <a:xfrm>
            <a:off x="5653703" y="3134467"/>
            <a:ext cx="212268" cy="149948"/>
          </a:xfrm>
          <a:custGeom>
            <a:avLst/>
            <a:gdLst/>
            <a:ahLst/>
            <a:cxnLst/>
            <a:rect l="0" t="0" r="0" b="0"/>
            <a:pathLst>
              <a:path w="212268" h="149948">
                <a:moveTo>
                  <a:pt x="0" y="56058"/>
                </a:moveTo>
                <a:cubicBezTo>
                  <a:pt x="0" y="26009"/>
                  <a:pt x="14328" y="761"/>
                  <a:pt x="41873" y="761"/>
                </a:cubicBezTo>
                <a:cubicBezTo>
                  <a:pt x="69418" y="761"/>
                  <a:pt x="83746" y="26009"/>
                  <a:pt x="83746" y="56058"/>
                </a:cubicBezTo>
                <a:lnTo>
                  <a:pt x="83746" y="93478"/>
                </a:lnTo>
                <a:cubicBezTo>
                  <a:pt x="83746" y="123527"/>
                  <a:pt x="68746" y="149437"/>
                  <a:pt x="41873" y="149437"/>
                </a:cubicBezTo>
                <a:cubicBezTo>
                  <a:pt x="15000" y="149437"/>
                  <a:pt x="0" y="123527"/>
                  <a:pt x="0" y="93478"/>
                </a:cubicBezTo>
                <a:lnTo>
                  <a:pt x="0" y="56058"/>
                </a:lnTo>
                <a:close/>
                <a:moveTo>
                  <a:pt x="183759" y="149948"/>
                </a:moveTo>
                <a:lnTo>
                  <a:pt x="183759" y="0"/>
                </a:lnTo>
                <a:lnTo>
                  <a:pt x="111943" y="106479"/>
                </a:lnTo>
                <a:lnTo>
                  <a:pt x="212268" y="106479"/>
                </a:lnTo>
              </a:path>
            </a:pathLst>
          </a:custGeom>
          <a:noFill/>
          <a:ln w="5271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77A5D2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5191" y="3796079"/>
            <a:ext cx="1829895" cy="975941"/>
          </a:xfrm>
          <a:custGeom>
            <a:avLst/>
            <a:gdLst/>
            <a:ahLst/>
            <a:cxnLst/>
            <a:rect l="0" t="0" r="0" b="0"/>
            <a:pathLst>
              <a:path w="1829895" h="975941">
                <a:moveTo>
                  <a:pt x="121996" y="121996"/>
                </a:moveTo>
                <a:lnTo>
                  <a:pt x="60998" y="121996"/>
                </a:lnTo>
                <a:cubicBezTo>
                  <a:pt x="27308" y="121996"/>
                  <a:pt x="0" y="94688"/>
                  <a:pt x="0" y="60998"/>
                </a:cubicBezTo>
                <a:cubicBezTo>
                  <a:pt x="0" y="27308"/>
                  <a:pt x="27308" y="0"/>
                  <a:pt x="60998" y="0"/>
                </a:cubicBezTo>
                <a:lnTo>
                  <a:pt x="1829895" y="0"/>
                </a:lnTo>
                <a:lnTo>
                  <a:pt x="1829895" y="975941"/>
                </a:lnTo>
                <a:lnTo>
                  <a:pt x="121996" y="975941"/>
                </a:lnTo>
                <a:lnTo>
                  <a:pt x="121996" y="121996"/>
                </a:lnTo>
              </a:path>
            </a:pathLst>
          </a:custGeom>
          <a:solidFill>
            <a:srgbClr val="0A25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5191" y="3796079"/>
            <a:ext cx="1829899" cy="975946"/>
          </a:xfrm>
          <a:custGeom>
            <a:avLst/>
            <a:gdLst/>
            <a:ahLst/>
            <a:cxnLst/>
            <a:rect l="0" t="0" r="0" b="0"/>
            <a:pathLst>
              <a:path w="1829899" h="975946">
                <a:moveTo>
                  <a:pt x="1829899" y="365981"/>
                </a:moveTo>
                <a:lnTo>
                  <a:pt x="1829899" y="2"/>
                </a:lnTo>
                <a:lnTo>
                  <a:pt x="60996" y="0"/>
                </a:lnTo>
                <a:cubicBezTo>
                  <a:pt x="27309" y="0"/>
                  <a:pt x="0" y="27309"/>
                  <a:pt x="0" y="60996"/>
                </a:cubicBezTo>
                <a:cubicBezTo>
                  <a:pt x="0" y="94684"/>
                  <a:pt x="27309" y="121993"/>
                  <a:pt x="60996" y="121993"/>
                </a:cubicBezTo>
                <a:lnTo>
                  <a:pt x="121993" y="121993"/>
                </a:lnTo>
                <a:lnTo>
                  <a:pt x="121993" y="365981"/>
                </a:lnTo>
                <a:moveTo>
                  <a:pt x="1829899" y="365979"/>
                </a:moveTo>
                <a:lnTo>
                  <a:pt x="1829899" y="975946"/>
                </a:lnTo>
                <a:lnTo>
                  <a:pt x="121993" y="975946"/>
                </a:lnTo>
                <a:lnTo>
                  <a:pt x="121993" y="365979"/>
                </a:lnTo>
              </a:path>
            </a:pathLst>
          </a:custGeom>
          <a:noFill/>
          <a:ln w="30496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03097" y="3308105"/>
            <a:ext cx="1829895" cy="1463916"/>
          </a:xfrm>
          <a:custGeom>
            <a:avLst/>
            <a:gdLst/>
            <a:ahLst/>
            <a:cxnLst/>
            <a:rect l="0" t="0" r="0" b="0"/>
            <a:pathLst>
              <a:path w="1829895" h="1463916">
                <a:moveTo>
                  <a:pt x="121996" y="121996"/>
                </a:moveTo>
                <a:lnTo>
                  <a:pt x="60998" y="121996"/>
                </a:lnTo>
                <a:cubicBezTo>
                  <a:pt x="27308" y="121996"/>
                  <a:pt x="0" y="94688"/>
                  <a:pt x="0" y="60998"/>
                </a:cubicBezTo>
                <a:cubicBezTo>
                  <a:pt x="0" y="27308"/>
                  <a:pt x="27308" y="0"/>
                  <a:pt x="60998" y="0"/>
                </a:cubicBezTo>
                <a:lnTo>
                  <a:pt x="1829895" y="0"/>
                </a:lnTo>
                <a:lnTo>
                  <a:pt x="1829895" y="1463916"/>
                </a:lnTo>
                <a:lnTo>
                  <a:pt x="121996" y="1463916"/>
                </a:lnTo>
                <a:lnTo>
                  <a:pt x="121996" y="121996"/>
                </a:lnTo>
              </a:path>
            </a:pathLst>
          </a:custGeom>
          <a:solidFill>
            <a:srgbClr val="0A25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03097" y="3308106"/>
            <a:ext cx="1829899" cy="1463919"/>
          </a:xfrm>
          <a:custGeom>
            <a:avLst/>
            <a:gdLst/>
            <a:ahLst/>
            <a:cxnLst/>
            <a:rect l="0" t="0" r="0" b="0"/>
            <a:pathLst>
              <a:path w="1829899" h="1463919">
                <a:moveTo>
                  <a:pt x="1829899" y="853952"/>
                </a:moveTo>
                <a:lnTo>
                  <a:pt x="1829899" y="1463919"/>
                </a:lnTo>
                <a:lnTo>
                  <a:pt x="121993" y="1463919"/>
                </a:lnTo>
                <a:lnTo>
                  <a:pt x="121993" y="853952"/>
                </a:lnTo>
                <a:moveTo>
                  <a:pt x="1829899" y="853954"/>
                </a:moveTo>
                <a:lnTo>
                  <a:pt x="1829899" y="2"/>
                </a:lnTo>
                <a:lnTo>
                  <a:pt x="60996" y="0"/>
                </a:lnTo>
                <a:cubicBezTo>
                  <a:pt x="27309" y="0"/>
                  <a:pt x="0" y="27309"/>
                  <a:pt x="0" y="60996"/>
                </a:cubicBezTo>
                <a:cubicBezTo>
                  <a:pt x="0" y="94684"/>
                  <a:pt x="27309" y="121993"/>
                  <a:pt x="60996" y="121993"/>
                </a:cubicBezTo>
                <a:lnTo>
                  <a:pt x="121993" y="121993"/>
                </a:lnTo>
                <a:lnTo>
                  <a:pt x="121993" y="853954"/>
                </a:lnTo>
              </a:path>
            </a:pathLst>
          </a:custGeom>
          <a:noFill/>
          <a:ln w="30496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11003" y="2820134"/>
            <a:ext cx="1829895" cy="1951891"/>
          </a:xfrm>
          <a:custGeom>
            <a:avLst/>
            <a:gdLst/>
            <a:ahLst/>
            <a:cxnLst/>
            <a:rect l="0" t="0" r="0" b="0"/>
            <a:pathLst>
              <a:path w="1829895" h="1951891">
                <a:moveTo>
                  <a:pt x="121996" y="121996"/>
                </a:moveTo>
                <a:lnTo>
                  <a:pt x="60998" y="121996"/>
                </a:lnTo>
                <a:cubicBezTo>
                  <a:pt x="27308" y="121996"/>
                  <a:pt x="0" y="94678"/>
                  <a:pt x="0" y="60998"/>
                </a:cubicBezTo>
                <a:cubicBezTo>
                  <a:pt x="0" y="27308"/>
                  <a:pt x="27308" y="0"/>
                  <a:pt x="60998" y="0"/>
                </a:cubicBezTo>
                <a:lnTo>
                  <a:pt x="1829895" y="0"/>
                </a:lnTo>
                <a:lnTo>
                  <a:pt x="1829895" y="1951891"/>
                </a:lnTo>
                <a:lnTo>
                  <a:pt x="121996" y="1951891"/>
                </a:lnTo>
                <a:lnTo>
                  <a:pt x="121996" y="121996"/>
                </a:lnTo>
              </a:path>
            </a:pathLst>
          </a:custGeom>
          <a:solidFill>
            <a:srgbClr val="0A25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11002" y="2820133"/>
            <a:ext cx="1829899" cy="1951892"/>
          </a:xfrm>
          <a:custGeom>
            <a:avLst/>
            <a:gdLst/>
            <a:ahLst/>
            <a:cxnLst/>
            <a:rect l="0" t="0" r="0" b="0"/>
            <a:pathLst>
              <a:path w="1829899" h="1951892">
                <a:moveTo>
                  <a:pt x="1829899" y="1341928"/>
                </a:moveTo>
                <a:lnTo>
                  <a:pt x="1829899" y="2"/>
                </a:lnTo>
                <a:lnTo>
                  <a:pt x="60996" y="0"/>
                </a:lnTo>
                <a:cubicBezTo>
                  <a:pt x="27309" y="0"/>
                  <a:pt x="0" y="27309"/>
                  <a:pt x="0" y="60996"/>
                </a:cubicBezTo>
                <a:cubicBezTo>
                  <a:pt x="0" y="94684"/>
                  <a:pt x="27309" y="121993"/>
                  <a:pt x="60996" y="121993"/>
                </a:cubicBezTo>
                <a:lnTo>
                  <a:pt x="121993" y="121993"/>
                </a:lnTo>
                <a:lnTo>
                  <a:pt x="121993" y="1341928"/>
                </a:lnTo>
                <a:moveTo>
                  <a:pt x="1829899" y="1341925"/>
                </a:moveTo>
                <a:lnTo>
                  <a:pt x="1829899" y="1951892"/>
                </a:lnTo>
                <a:lnTo>
                  <a:pt x="121993" y="1951892"/>
                </a:lnTo>
                <a:lnTo>
                  <a:pt x="121993" y="1341925"/>
                </a:lnTo>
              </a:path>
            </a:pathLst>
          </a:custGeom>
          <a:noFill/>
          <a:ln w="30496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8908" y="2332159"/>
            <a:ext cx="1829895" cy="2439866"/>
          </a:xfrm>
          <a:custGeom>
            <a:avLst/>
            <a:gdLst/>
            <a:ahLst/>
            <a:cxnLst/>
            <a:rect l="0" t="0" r="0" b="0"/>
            <a:pathLst>
              <a:path w="1829895" h="2439866">
                <a:moveTo>
                  <a:pt x="121996" y="121996"/>
                </a:moveTo>
                <a:lnTo>
                  <a:pt x="60998" y="121996"/>
                </a:lnTo>
                <a:cubicBezTo>
                  <a:pt x="27308" y="121996"/>
                  <a:pt x="0" y="94688"/>
                  <a:pt x="0" y="60998"/>
                </a:cubicBezTo>
                <a:cubicBezTo>
                  <a:pt x="0" y="27308"/>
                  <a:pt x="27308" y="0"/>
                  <a:pt x="60998" y="0"/>
                </a:cubicBezTo>
                <a:lnTo>
                  <a:pt x="1829895" y="0"/>
                </a:lnTo>
                <a:lnTo>
                  <a:pt x="1829895" y="2439866"/>
                </a:lnTo>
                <a:lnTo>
                  <a:pt x="121996" y="2439866"/>
                </a:lnTo>
                <a:lnTo>
                  <a:pt x="121996" y="121996"/>
                </a:lnTo>
              </a:path>
            </a:pathLst>
          </a:custGeom>
          <a:solidFill>
            <a:srgbClr val="0A25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8908" y="2332159"/>
            <a:ext cx="1829899" cy="2439865"/>
          </a:xfrm>
          <a:custGeom>
            <a:avLst/>
            <a:gdLst/>
            <a:ahLst/>
            <a:cxnLst/>
            <a:rect l="0" t="0" r="0" b="0"/>
            <a:pathLst>
              <a:path w="1829899" h="2439865">
                <a:moveTo>
                  <a:pt x="1829899" y="1829901"/>
                </a:moveTo>
                <a:lnTo>
                  <a:pt x="1829899" y="2"/>
                </a:lnTo>
                <a:lnTo>
                  <a:pt x="60996" y="0"/>
                </a:lnTo>
                <a:cubicBezTo>
                  <a:pt x="27309" y="0"/>
                  <a:pt x="0" y="27309"/>
                  <a:pt x="0" y="60996"/>
                </a:cubicBezTo>
                <a:cubicBezTo>
                  <a:pt x="0" y="94684"/>
                  <a:pt x="27309" y="121993"/>
                  <a:pt x="60996" y="121993"/>
                </a:cubicBezTo>
                <a:lnTo>
                  <a:pt x="121993" y="121993"/>
                </a:lnTo>
                <a:lnTo>
                  <a:pt x="121993" y="1829901"/>
                </a:lnTo>
                <a:moveTo>
                  <a:pt x="1829899" y="1829899"/>
                </a:moveTo>
                <a:lnTo>
                  <a:pt x="1829899" y="2439865"/>
                </a:lnTo>
                <a:lnTo>
                  <a:pt x="121993" y="2439865"/>
                </a:lnTo>
                <a:lnTo>
                  <a:pt x="121993" y="1829899"/>
                </a:lnTo>
              </a:path>
            </a:pathLst>
          </a:custGeom>
          <a:noFill/>
          <a:ln w="30496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601" y="371475"/>
            <a:ext cx="8088796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E8F1FF"/>
                </a:solidFill>
                <a:latin typeface="Merriweather"/>
              </a:rPr>
              <a:t>Incident Investigation: LOT_10901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412" y="1000125"/>
            <a:ext cx="216117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E8F1FF"/>
                </a:solidFill>
                <a:latin typeface="Georgia"/>
              </a:rPr>
              <a:t>Predicted yield: 76.2%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58783" y="1731383"/>
            <a:ext cx="470213" cy="470866"/>
          </a:xfrm>
          <a:custGeom>
            <a:avLst/>
            <a:gdLst/>
            <a:ahLst/>
            <a:cxnLst/>
            <a:rect l="0" t="0" r="0" b="0"/>
            <a:pathLst>
              <a:path w="470213" h="470866">
                <a:moveTo>
                  <a:pt x="54301" y="459669"/>
                </a:moveTo>
                <a:cubicBezTo>
                  <a:pt x="42284" y="470866"/>
                  <a:pt x="23558" y="470536"/>
                  <a:pt x="11944" y="458922"/>
                </a:cubicBezTo>
                <a:cubicBezTo>
                  <a:pt x="330" y="447308"/>
                  <a:pt x="0" y="428582"/>
                  <a:pt x="11197" y="416565"/>
                </a:cubicBezTo>
                <a:lnTo>
                  <a:pt x="144779" y="282982"/>
                </a:lnTo>
                <a:lnTo>
                  <a:pt x="187884" y="326086"/>
                </a:lnTo>
                <a:close/>
                <a:moveTo>
                  <a:pt x="123227" y="261430"/>
                </a:moveTo>
                <a:lnTo>
                  <a:pt x="209436" y="347639"/>
                </a:lnTo>
                <a:moveTo>
                  <a:pt x="368434" y="102839"/>
                </a:moveTo>
                <a:lnTo>
                  <a:pt x="166332" y="304534"/>
                </a:lnTo>
                <a:moveTo>
                  <a:pt x="413165" y="114835"/>
                </a:moveTo>
                <a:cubicBezTo>
                  <a:pt x="409594" y="119497"/>
                  <a:pt x="404183" y="122389"/>
                  <a:pt x="398322" y="122764"/>
                </a:cubicBezTo>
                <a:cubicBezTo>
                  <a:pt x="392430" y="123196"/>
                  <a:pt x="386642" y="121044"/>
                  <a:pt x="382463" y="116868"/>
                </a:cubicBezTo>
                <a:lnTo>
                  <a:pt x="353795" y="88200"/>
                </a:lnTo>
                <a:cubicBezTo>
                  <a:pt x="349562" y="83973"/>
                  <a:pt x="347405" y="78098"/>
                  <a:pt x="347898" y="72137"/>
                </a:cubicBezTo>
                <a:cubicBezTo>
                  <a:pt x="348469" y="66139"/>
                  <a:pt x="351671" y="60702"/>
                  <a:pt x="356641" y="57295"/>
                </a:cubicBezTo>
                <a:lnTo>
                  <a:pt x="435733" y="2804"/>
                </a:lnTo>
                <a:cubicBezTo>
                  <a:pt x="439792" y="0"/>
                  <a:pt x="445279" y="514"/>
                  <a:pt x="448746" y="4024"/>
                </a:cubicBezTo>
                <a:lnTo>
                  <a:pt x="466842" y="22120"/>
                </a:lnTo>
                <a:cubicBezTo>
                  <a:pt x="470213" y="25958"/>
                  <a:pt x="470213" y="31701"/>
                  <a:pt x="466842" y="35539"/>
                </a:cubicBezTo>
                <a:close/>
                <a:moveTo>
                  <a:pt x="256403" y="214463"/>
                </a:moveTo>
                <a:lnTo>
                  <a:pt x="157792" y="115851"/>
                </a:lnTo>
                <a:cubicBezTo>
                  <a:pt x="162447" y="105277"/>
                  <a:pt x="164869" y="93856"/>
                  <a:pt x="164908" y="82303"/>
                </a:cubicBezTo>
                <a:cubicBezTo>
                  <a:pt x="164908" y="37387"/>
                  <a:pt x="128496" y="974"/>
                  <a:pt x="83580" y="974"/>
                </a:cubicBezTo>
                <a:cubicBezTo>
                  <a:pt x="77983" y="992"/>
                  <a:pt x="72401" y="1536"/>
                  <a:pt x="66907" y="2601"/>
                </a:cubicBezTo>
                <a:cubicBezTo>
                  <a:pt x="63211" y="3356"/>
                  <a:pt x="60236" y="6095"/>
                  <a:pt x="59181" y="9717"/>
                </a:cubicBezTo>
                <a:cubicBezTo>
                  <a:pt x="58153" y="13335"/>
                  <a:pt x="59165" y="17225"/>
                  <a:pt x="61824" y="19883"/>
                </a:cubicBezTo>
                <a:lnTo>
                  <a:pt x="90696" y="48755"/>
                </a:lnTo>
                <a:cubicBezTo>
                  <a:pt x="92681" y="50668"/>
                  <a:pt x="93786" y="53318"/>
                  <a:pt x="93746" y="56075"/>
                </a:cubicBezTo>
                <a:lnTo>
                  <a:pt x="93746" y="82303"/>
                </a:lnTo>
                <a:cubicBezTo>
                  <a:pt x="93746" y="87918"/>
                  <a:pt x="89194" y="92469"/>
                  <a:pt x="83580" y="92469"/>
                </a:cubicBezTo>
                <a:lnTo>
                  <a:pt x="57351" y="92469"/>
                </a:lnTo>
                <a:cubicBezTo>
                  <a:pt x="54594" y="92509"/>
                  <a:pt x="51944" y="91405"/>
                  <a:pt x="50031" y="89420"/>
                </a:cubicBezTo>
                <a:lnTo>
                  <a:pt x="21160" y="60548"/>
                </a:lnTo>
                <a:cubicBezTo>
                  <a:pt x="18501" y="57889"/>
                  <a:pt x="14611" y="56877"/>
                  <a:pt x="10994" y="57905"/>
                </a:cubicBezTo>
                <a:cubicBezTo>
                  <a:pt x="7419" y="59036"/>
                  <a:pt x="4712" y="61976"/>
                  <a:pt x="3877" y="65631"/>
                </a:cubicBezTo>
                <a:cubicBezTo>
                  <a:pt x="2812" y="71125"/>
                  <a:pt x="2268" y="76707"/>
                  <a:pt x="2251" y="82303"/>
                </a:cubicBezTo>
                <a:cubicBezTo>
                  <a:pt x="2251" y="127220"/>
                  <a:pt x="38663" y="163632"/>
                  <a:pt x="83580" y="163632"/>
                </a:cubicBezTo>
                <a:cubicBezTo>
                  <a:pt x="95133" y="163593"/>
                  <a:pt x="106554" y="161171"/>
                  <a:pt x="117128" y="156516"/>
                </a:cubicBezTo>
                <a:lnTo>
                  <a:pt x="215739" y="255127"/>
                </a:lnTo>
                <a:moveTo>
                  <a:pt x="288122" y="246181"/>
                </a:moveTo>
                <a:lnTo>
                  <a:pt x="355015" y="313074"/>
                </a:lnTo>
                <a:cubicBezTo>
                  <a:pt x="365589" y="308419"/>
                  <a:pt x="377009" y="305997"/>
                  <a:pt x="388563" y="305958"/>
                </a:cubicBezTo>
                <a:cubicBezTo>
                  <a:pt x="433479" y="305958"/>
                  <a:pt x="469892" y="342370"/>
                  <a:pt x="469892" y="387286"/>
                </a:cubicBezTo>
                <a:cubicBezTo>
                  <a:pt x="469874" y="392883"/>
                  <a:pt x="469330" y="398465"/>
                  <a:pt x="468265" y="403959"/>
                </a:cubicBezTo>
                <a:cubicBezTo>
                  <a:pt x="467510" y="407655"/>
                  <a:pt x="464771" y="410630"/>
                  <a:pt x="461149" y="411685"/>
                </a:cubicBezTo>
                <a:cubicBezTo>
                  <a:pt x="457531" y="412713"/>
                  <a:pt x="453641" y="411701"/>
                  <a:pt x="450983" y="409042"/>
                </a:cubicBezTo>
                <a:lnTo>
                  <a:pt x="422111" y="380170"/>
                </a:lnTo>
                <a:cubicBezTo>
                  <a:pt x="420198" y="378185"/>
                  <a:pt x="417548" y="377080"/>
                  <a:pt x="414791" y="377120"/>
                </a:cubicBezTo>
                <a:lnTo>
                  <a:pt x="388563" y="377120"/>
                </a:lnTo>
                <a:cubicBezTo>
                  <a:pt x="382948" y="377120"/>
                  <a:pt x="378397" y="381672"/>
                  <a:pt x="378397" y="387286"/>
                </a:cubicBezTo>
                <a:lnTo>
                  <a:pt x="378397" y="413515"/>
                </a:lnTo>
                <a:cubicBezTo>
                  <a:pt x="378357" y="416272"/>
                  <a:pt x="379461" y="418922"/>
                  <a:pt x="381446" y="420835"/>
                </a:cubicBezTo>
                <a:lnTo>
                  <a:pt x="410318" y="449706"/>
                </a:lnTo>
                <a:cubicBezTo>
                  <a:pt x="412977" y="452365"/>
                  <a:pt x="413989" y="456255"/>
                  <a:pt x="412961" y="459872"/>
                </a:cubicBezTo>
                <a:cubicBezTo>
                  <a:pt x="411830" y="463447"/>
                  <a:pt x="408890" y="466154"/>
                  <a:pt x="405235" y="466989"/>
                </a:cubicBezTo>
                <a:cubicBezTo>
                  <a:pt x="399741" y="468054"/>
                  <a:pt x="394159" y="468598"/>
                  <a:pt x="388563" y="468615"/>
                </a:cubicBezTo>
                <a:cubicBezTo>
                  <a:pt x="343646" y="468615"/>
                  <a:pt x="307234" y="432203"/>
                  <a:pt x="307234" y="387286"/>
                </a:cubicBezTo>
                <a:cubicBezTo>
                  <a:pt x="307273" y="375733"/>
                  <a:pt x="309695" y="364312"/>
                  <a:pt x="314350" y="353738"/>
                </a:cubicBezTo>
                <a:lnTo>
                  <a:pt x="247254" y="286642"/>
                </a:lnTo>
              </a:path>
            </a:pathLst>
          </a:custGeom>
          <a:noFill/>
          <a:ln w="7622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63294" y="2230497"/>
            <a:ext cx="447308" cy="447308"/>
          </a:xfrm>
          <a:custGeom>
            <a:avLst/>
            <a:gdLst/>
            <a:ahLst/>
            <a:cxnLst/>
            <a:rect l="0" t="0" r="0" b="0"/>
            <a:pathLst>
              <a:path w="447308" h="447308">
                <a:moveTo>
                  <a:pt x="20332" y="0"/>
                </a:moveTo>
                <a:lnTo>
                  <a:pt x="426976" y="0"/>
                </a:lnTo>
                <a:cubicBezTo>
                  <a:pt x="426976" y="0"/>
                  <a:pt x="447308" y="0"/>
                  <a:pt x="447308" y="20332"/>
                </a:cubicBezTo>
                <a:lnTo>
                  <a:pt x="447308" y="426976"/>
                </a:lnTo>
                <a:cubicBezTo>
                  <a:pt x="447308" y="426976"/>
                  <a:pt x="447308" y="447308"/>
                  <a:pt x="426976" y="447308"/>
                </a:cubicBezTo>
                <a:lnTo>
                  <a:pt x="20332" y="447308"/>
                </a:lnTo>
                <a:cubicBezTo>
                  <a:pt x="20332" y="447308"/>
                  <a:pt x="0" y="447308"/>
                  <a:pt x="0" y="426976"/>
                </a:cubicBezTo>
                <a:lnTo>
                  <a:pt x="0" y="20332"/>
                </a:lnTo>
                <a:cubicBezTo>
                  <a:pt x="0" y="20332"/>
                  <a:pt x="0" y="0"/>
                  <a:pt x="20332" y="0"/>
                </a:cubicBezTo>
                <a:moveTo>
                  <a:pt x="60996" y="223654"/>
                </a:moveTo>
                <a:cubicBezTo>
                  <a:pt x="60996" y="313487"/>
                  <a:pt x="133820" y="386312"/>
                  <a:pt x="223654" y="386312"/>
                </a:cubicBezTo>
                <a:cubicBezTo>
                  <a:pt x="313487" y="386312"/>
                  <a:pt x="386312" y="313487"/>
                  <a:pt x="386312" y="223654"/>
                </a:cubicBezTo>
                <a:cubicBezTo>
                  <a:pt x="386312" y="133820"/>
                  <a:pt x="313487" y="60996"/>
                  <a:pt x="223654" y="60996"/>
                </a:cubicBezTo>
                <a:cubicBezTo>
                  <a:pt x="133820" y="60996"/>
                  <a:pt x="60996" y="133820"/>
                  <a:pt x="60996" y="223654"/>
                </a:cubicBezTo>
              </a:path>
            </a:pathLst>
          </a:custGeom>
          <a:noFill/>
          <a:ln w="7622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45223" y="2719778"/>
            <a:ext cx="467640" cy="435834"/>
          </a:xfrm>
          <a:custGeom>
            <a:avLst/>
            <a:gdLst/>
            <a:ahLst/>
            <a:cxnLst/>
            <a:rect l="0" t="0" r="0" b="0"/>
            <a:pathLst>
              <a:path w="467640" h="435834">
                <a:moveTo>
                  <a:pt x="66039" y="131176"/>
                </a:moveTo>
                <a:cubicBezTo>
                  <a:pt x="86337" y="51865"/>
                  <a:pt x="162417" y="0"/>
                  <a:pt x="243660" y="10087"/>
                </a:cubicBezTo>
                <a:cubicBezTo>
                  <a:pt x="324903" y="20175"/>
                  <a:pt x="385989" y="89073"/>
                  <a:pt x="386274" y="170939"/>
                </a:cubicBezTo>
                <a:cubicBezTo>
                  <a:pt x="386559" y="252806"/>
                  <a:pt x="325955" y="322127"/>
                  <a:pt x="244784" y="332780"/>
                </a:cubicBezTo>
                <a:cubicBezTo>
                  <a:pt x="163613" y="343433"/>
                  <a:pt x="87173" y="292099"/>
                  <a:pt x="66323" y="212932"/>
                </a:cubicBezTo>
                <a:moveTo>
                  <a:pt x="328039" y="296273"/>
                </a:moveTo>
                <a:lnTo>
                  <a:pt x="467640" y="435834"/>
                </a:lnTo>
                <a:moveTo>
                  <a:pt x="0" y="171515"/>
                </a:moveTo>
                <a:lnTo>
                  <a:pt x="116137" y="171515"/>
                </a:lnTo>
                <a:cubicBezTo>
                  <a:pt x="119762" y="171507"/>
                  <a:pt x="123108" y="169571"/>
                  <a:pt x="124921" y="166432"/>
                </a:cubicBezTo>
                <a:lnTo>
                  <a:pt x="150987" y="121376"/>
                </a:lnTo>
                <a:cubicBezTo>
                  <a:pt x="152998" y="117870"/>
                  <a:pt x="156896" y="115889"/>
                  <a:pt x="160913" y="116330"/>
                </a:cubicBezTo>
                <a:cubicBezTo>
                  <a:pt x="164931" y="116771"/>
                  <a:pt x="168306" y="119550"/>
                  <a:pt x="169509" y="123409"/>
                </a:cubicBezTo>
                <a:lnTo>
                  <a:pt x="195941" y="209048"/>
                </a:lnTo>
                <a:cubicBezTo>
                  <a:pt x="197166" y="213017"/>
                  <a:pt x="200683" y="215841"/>
                  <a:pt x="204822" y="216181"/>
                </a:cubicBezTo>
                <a:cubicBezTo>
                  <a:pt x="208962" y="216521"/>
                  <a:pt x="212892" y="214309"/>
                  <a:pt x="214748" y="210593"/>
                </a:cubicBezTo>
                <a:lnTo>
                  <a:pt x="246406" y="147299"/>
                </a:lnTo>
                <a:cubicBezTo>
                  <a:pt x="248026" y="144060"/>
                  <a:pt x="251248" y="141927"/>
                  <a:pt x="254863" y="141701"/>
                </a:cubicBezTo>
                <a:cubicBezTo>
                  <a:pt x="258478" y="141474"/>
                  <a:pt x="261941" y="143189"/>
                  <a:pt x="263952" y="146201"/>
                </a:cubicBezTo>
                <a:lnTo>
                  <a:pt x="287070" y="180888"/>
                </a:lnTo>
                <a:cubicBezTo>
                  <a:pt x="288881" y="183610"/>
                  <a:pt x="291891" y="185296"/>
                  <a:pt x="295158" y="185416"/>
                </a:cubicBezTo>
                <a:cubicBezTo>
                  <a:pt x="298426" y="185537"/>
                  <a:pt x="301552" y="184079"/>
                  <a:pt x="303559" y="181498"/>
                </a:cubicBezTo>
                <a:lnTo>
                  <a:pt x="335054" y="141017"/>
                </a:lnTo>
              </a:path>
            </a:pathLst>
          </a:custGeom>
          <a:noFill/>
          <a:ln w="7622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7" name="Group 16"/>
          <p:cNvGrpSpPr/>
          <p:nvPr/>
        </p:nvGrpSpPr>
        <p:grpSpPr>
          <a:xfrm>
            <a:off x="6528581" y="2454164"/>
            <a:ext cx="1332547" cy="487945"/>
            <a:chOff x="6528581" y="2454164"/>
            <a:chExt cx="1332547" cy="487945"/>
          </a:xfrm>
        </p:grpSpPr>
        <p:sp>
          <p:nvSpPr>
            <p:cNvPr id="15" name="TextBox 14"/>
            <p:cNvSpPr txBox="1"/>
            <p:nvPr/>
          </p:nvSpPr>
          <p:spPr>
            <a:xfrm>
              <a:off x="6428640" y="2454164"/>
              <a:ext cx="1532429" cy="243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E8F1FF"/>
                  </a:solidFill>
                  <a:latin typeface="Georgia"/>
                </a:rPr>
                <a:t>Engineering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28640" y="2698099"/>
              <a:ext cx="1532429" cy="2440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E8F1FF"/>
                  </a:solidFill>
                  <a:latin typeface="Georgia"/>
                </a:rPr>
                <a:t>Action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1835853" y="3201795"/>
            <a:ext cx="472264" cy="456614"/>
          </a:xfrm>
          <a:custGeom>
            <a:avLst/>
            <a:gdLst/>
            <a:ahLst/>
            <a:cxnLst/>
            <a:rect l="0" t="0" r="0" b="0"/>
            <a:pathLst>
              <a:path w="472264" h="456614">
                <a:moveTo>
                  <a:pt x="353638" y="175440"/>
                </a:moveTo>
                <a:cubicBezTo>
                  <a:pt x="349611" y="175451"/>
                  <a:pt x="346350" y="178712"/>
                  <a:pt x="346338" y="182739"/>
                </a:cubicBezTo>
                <a:cubicBezTo>
                  <a:pt x="346330" y="185703"/>
                  <a:pt x="348111" y="188380"/>
                  <a:pt x="350848" y="189518"/>
                </a:cubicBezTo>
                <a:cubicBezTo>
                  <a:pt x="353584" y="190656"/>
                  <a:pt x="356738" y="190031"/>
                  <a:pt x="358834" y="187935"/>
                </a:cubicBezTo>
                <a:cubicBezTo>
                  <a:pt x="360930" y="185839"/>
                  <a:pt x="361555" y="182686"/>
                  <a:pt x="360416" y="179949"/>
                </a:cubicBezTo>
                <a:cubicBezTo>
                  <a:pt x="359278" y="177212"/>
                  <a:pt x="356602" y="175432"/>
                  <a:pt x="353638" y="175440"/>
                </a:cubicBezTo>
                <a:moveTo>
                  <a:pt x="353638" y="131522"/>
                </a:moveTo>
                <a:lnTo>
                  <a:pt x="353638" y="73067"/>
                </a:lnTo>
                <a:moveTo>
                  <a:pt x="466908" y="183796"/>
                </a:moveTo>
                <a:cubicBezTo>
                  <a:pt x="472264" y="194512"/>
                  <a:pt x="471689" y="207237"/>
                  <a:pt x="465389" y="217426"/>
                </a:cubicBezTo>
                <a:cubicBezTo>
                  <a:pt x="459089" y="227615"/>
                  <a:pt x="447963" y="233816"/>
                  <a:pt x="435983" y="233814"/>
                </a:cubicBezTo>
                <a:lnTo>
                  <a:pt x="271292" y="233814"/>
                </a:lnTo>
                <a:cubicBezTo>
                  <a:pt x="259313" y="233816"/>
                  <a:pt x="248186" y="227615"/>
                  <a:pt x="241886" y="217426"/>
                </a:cubicBezTo>
                <a:cubicBezTo>
                  <a:pt x="235586" y="207237"/>
                  <a:pt x="235011" y="194512"/>
                  <a:pt x="240367" y="183796"/>
                </a:cubicBezTo>
                <a:lnTo>
                  <a:pt x="322712" y="19105"/>
                </a:lnTo>
                <a:cubicBezTo>
                  <a:pt x="328568" y="7396"/>
                  <a:pt x="340536" y="0"/>
                  <a:pt x="353628" y="0"/>
                </a:cubicBezTo>
                <a:cubicBezTo>
                  <a:pt x="366719" y="0"/>
                  <a:pt x="378687" y="7396"/>
                  <a:pt x="384543" y="19105"/>
                </a:cubicBezTo>
                <a:close/>
                <a:moveTo>
                  <a:pt x="91494" y="456614"/>
                </a:moveTo>
                <a:lnTo>
                  <a:pt x="376145" y="456614"/>
                </a:lnTo>
                <a:moveTo>
                  <a:pt x="223654" y="415949"/>
                </a:moveTo>
                <a:lnTo>
                  <a:pt x="223654" y="456614"/>
                </a:lnTo>
                <a:moveTo>
                  <a:pt x="467640" y="292289"/>
                </a:moveTo>
                <a:lnTo>
                  <a:pt x="467640" y="385451"/>
                </a:lnTo>
                <a:cubicBezTo>
                  <a:pt x="467640" y="402295"/>
                  <a:pt x="453986" y="415949"/>
                  <a:pt x="437142" y="415949"/>
                </a:cubicBezTo>
                <a:lnTo>
                  <a:pt x="30498" y="415949"/>
                </a:lnTo>
                <a:cubicBezTo>
                  <a:pt x="13654" y="415949"/>
                  <a:pt x="0" y="402295"/>
                  <a:pt x="0" y="385451"/>
                </a:cubicBezTo>
                <a:lnTo>
                  <a:pt x="0" y="80468"/>
                </a:lnTo>
                <a:cubicBezTo>
                  <a:pt x="0" y="63624"/>
                  <a:pt x="13654" y="49970"/>
                  <a:pt x="30498" y="49970"/>
                </a:cubicBezTo>
                <a:lnTo>
                  <a:pt x="241750" y="49970"/>
                </a:lnTo>
                <a:moveTo>
                  <a:pt x="207388" y="255508"/>
                </a:moveTo>
                <a:lnTo>
                  <a:pt x="207388" y="225010"/>
                </a:lnTo>
                <a:cubicBezTo>
                  <a:pt x="207380" y="191272"/>
                  <a:pt x="180028" y="163926"/>
                  <a:pt x="146290" y="163926"/>
                </a:cubicBezTo>
                <a:cubicBezTo>
                  <a:pt x="112552" y="163926"/>
                  <a:pt x="85200" y="191272"/>
                  <a:pt x="85191" y="225010"/>
                </a:cubicBezTo>
                <a:lnTo>
                  <a:pt x="85191" y="255508"/>
                </a:lnTo>
                <a:cubicBezTo>
                  <a:pt x="85200" y="289246"/>
                  <a:pt x="112552" y="316591"/>
                  <a:pt x="146290" y="316591"/>
                </a:cubicBezTo>
                <a:cubicBezTo>
                  <a:pt x="180028" y="316591"/>
                  <a:pt x="207380" y="289246"/>
                  <a:pt x="207388" y="255508"/>
                </a:cubicBezTo>
                <a:close/>
                <a:moveTo>
                  <a:pt x="85191" y="224949"/>
                </a:moveTo>
                <a:lnTo>
                  <a:pt x="207388" y="224949"/>
                </a:lnTo>
                <a:moveTo>
                  <a:pt x="39403" y="255508"/>
                </a:moveTo>
                <a:lnTo>
                  <a:pt x="85191" y="255508"/>
                </a:lnTo>
                <a:moveTo>
                  <a:pt x="64839" y="336939"/>
                </a:moveTo>
                <a:lnTo>
                  <a:pt x="103084" y="298694"/>
                </a:lnTo>
                <a:moveTo>
                  <a:pt x="54652" y="148581"/>
                </a:moveTo>
                <a:lnTo>
                  <a:pt x="96130" y="190079"/>
                </a:lnTo>
                <a:moveTo>
                  <a:pt x="189496" y="298694"/>
                </a:moveTo>
                <a:lnTo>
                  <a:pt x="227741" y="336939"/>
                </a:lnTo>
              </a:path>
            </a:pathLst>
          </a:custGeom>
          <a:noFill/>
          <a:ln w="7622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2" name="Group 21"/>
          <p:cNvGrpSpPr/>
          <p:nvPr/>
        </p:nvGrpSpPr>
        <p:grpSpPr>
          <a:xfrm>
            <a:off x="4907172" y="2942154"/>
            <a:ext cx="1159544" cy="731900"/>
            <a:chOff x="4907172" y="2942154"/>
            <a:chExt cx="1159544" cy="731900"/>
          </a:xfrm>
        </p:grpSpPr>
        <p:sp>
          <p:nvSpPr>
            <p:cNvPr id="19" name="TextBox 18"/>
            <p:cNvSpPr txBox="1"/>
            <p:nvPr/>
          </p:nvSpPr>
          <p:spPr>
            <a:xfrm>
              <a:off x="4820207" y="2942154"/>
              <a:ext cx="1333475" cy="243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E8F1FF"/>
                  </a:solidFill>
                  <a:latin typeface="Georgia"/>
                </a:rPr>
                <a:t>Grad-CAM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820207" y="3186089"/>
              <a:ext cx="1333475" cy="243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E8F1FF"/>
                  </a:solidFill>
                  <a:latin typeface="Georgia"/>
                </a:rPr>
                <a:t>Defect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20207" y="3430024"/>
              <a:ext cx="1333475" cy="244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E8F1FF"/>
                  </a:solidFill>
                  <a:latin typeface="Georgia"/>
                </a:rPr>
                <a:t>Heatmap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170872" y="3430127"/>
            <a:ext cx="1216332" cy="731900"/>
            <a:chOff x="3170872" y="3430127"/>
            <a:chExt cx="1216332" cy="731900"/>
          </a:xfrm>
        </p:grpSpPr>
        <p:sp>
          <p:nvSpPr>
            <p:cNvPr id="23" name="TextBox 22"/>
            <p:cNvSpPr txBox="1"/>
            <p:nvPr/>
          </p:nvSpPr>
          <p:spPr>
            <a:xfrm>
              <a:off x="3079648" y="3430127"/>
              <a:ext cx="1398781" cy="243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E8F1FF"/>
                  </a:solidFill>
                  <a:latin typeface="Georgia"/>
                </a:rPr>
                <a:t>SHAP Root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079648" y="3674062"/>
              <a:ext cx="1398781" cy="243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E8F1FF"/>
                  </a:solidFill>
                  <a:latin typeface="Georgia"/>
                </a:rPr>
                <a:t>Cause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079648" y="3917997"/>
              <a:ext cx="1398781" cy="244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E8F1FF"/>
                  </a:solidFill>
                  <a:latin typeface="Georgia"/>
                </a:rPr>
                <a:t>Candidate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466005" y="3918099"/>
            <a:ext cx="1210275" cy="731900"/>
            <a:chOff x="1466005" y="3918099"/>
            <a:chExt cx="1210275" cy="731900"/>
          </a:xfrm>
        </p:grpSpPr>
        <p:sp>
          <p:nvSpPr>
            <p:cNvPr id="27" name="TextBox 26"/>
            <p:cNvSpPr txBox="1"/>
            <p:nvPr/>
          </p:nvSpPr>
          <p:spPr>
            <a:xfrm>
              <a:off x="1375235" y="3918099"/>
              <a:ext cx="1391816" cy="243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E8F1FF"/>
                  </a:solidFill>
                  <a:latin typeface="Georgia"/>
                </a:rPr>
                <a:t>Automated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375235" y="4162034"/>
              <a:ext cx="1391816" cy="243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E8F1FF"/>
                  </a:solidFill>
                  <a:latin typeface="Georgia"/>
                </a:rPr>
                <a:t>Risk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375235" y="4405969"/>
              <a:ext cx="1391816" cy="244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E8F1FF"/>
                  </a:solidFill>
                  <a:latin typeface="Georgia"/>
                </a:rPr>
                <a:t>Detection</a:t>
              </a:r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7958137" y="4900573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77A5D2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1475" y="2457450"/>
            <a:ext cx="2686050" cy="2686050"/>
          </a:xfrm>
          <a:custGeom>
            <a:avLst/>
            <a:gdLst/>
            <a:ahLst/>
            <a:cxnLst/>
            <a:rect l="0" t="0" r="0" b="0"/>
            <a:pathLst>
              <a:path w="2686050" h="2686050">
                <a:moveTo>
                  <a:pt x="2686050" y="114300"/>
                </a:moveTo>
                <a:lnTo>
                  <a:pt x="2686050" y="2686050"/>
                </a:lnTo>
                <a:lnTo>
                  <a:pt x="0" y="2686050"/>
                </a:ln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2571750" y="0"/>
                </a:lnTo>
                <a:cubicBezTo>
                  <a:pt x="2634872" y="0"/>
                  <a:pt x="2686050" y="51177"/>
                  <a:pt x="2686050" y="114300"/>
                </a:cubicBezTo>
              </a:path>
            </a:pathLst>
          </a:custGeom>
          <a:solidFill>
            <a:srgbClr val="0A25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71475" y="2457449"/>
            <a:ext cx="2686050" cy="2686050"/>
          </a:xfrm>
          <a:custGeom>
            <a:avLst/>
            <a:gdLst/>
            <a:ahLst/>
            <a:cxnLst/>
            <a:rect l="0" t="0" r="0" b="0"/>
            <a:pathLst>
              <a:path w="2686050" h="26860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2686050"/>
                </a:moveTo>
                <a:lnTo>
                  <a:pt x="2686050" y="114300"/>
                </a:lnTo>
                <a:moveTo>
                  <a:pt x="0" y="2686050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390525" y="1100137"/>
            <a:ext cx="5463187" cy="800100"/>
            <a:chOff x="390525" y="1100137"/>
            <a:chExt cx="5463187" cy="800100"/>
          </a:xfrm>
        </p:grpSpPr>
        <p:sp>
          <p:nvSpPr>
            <p:cNvPr id="4" name="TextBox 3"/>
            <p:cNvSpPr txBox="1"/>
            <p:nvPr/>
          </p:nvSpPr>
          <p:spPr>
            <a:xfrm>
              <a:off x="390525" y="1100137"/>
              <a:ext cx="6282665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E8F1FF"/>
                  </a:solidFill>
                  <a:latin typeface="Merriweather"/>
                </a:rPr>
                <a:t>Leveraging watsonx.ai and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90525" y="1500187"/>
              <a:ext cx="6282665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E8F1FF"/>
                  </a:solidFill>
                  <a:latin typeface="Merriweather"/>
                </a:rPr>
                <a:t>IBM Cloud</a:t>
              </a: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3228975" y="2457449"/>
            <a:ext cx="2686050" cy="2686050"/>
          </a:xfrm>
          <a:custGeom>
            <a:avLst/>
            <a:gdLst/>
            <a:ahLst/>
            <a:cxnLst/>
            <a:rect l="0" t="0" r="0" b="0"/>
            <a:pathLst>
              <a:path w="2686050" h="26860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2686050"/>
                </a:moveTo>
                <a:lnTo>
                  <a:pt x="2686050" y="114300"/>
                </a:lnTo>
                <a:moveTo>
                  <a:pt x="0" y="2686050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6475" y="2457449"/>
            <a:ext cx="2686050" cy="2686050"/>
          </a:xfrm>
          <a:custGeom>
            <a:avLst/>
            <a:gdLst/>
            <a:ahLst/>
            <a:cxnLst/>
            <a:rect l="0" t="0" r="0" b="0"/>
            <a:pathLst>
              <a:path w="2686050" h="26860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2686050"/>
                </a:moveTo>
                <a:lnTo>
                  <a:pt x="2686050" y="114300"/>
                </a:lnTo>
                <a:moveTo>
                  <a:pt x="0" y="2686050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2904" y="2657475"/>
            <a:ext cx="434935" cy="438150"/>
          </a:xfrm>
          <a:custGeom>
            <a:avLst/>
            <a:gdLst/>
            <a:ahLst/>
            <a:cxnLst/>
            <a:rect l="0" t="0" r="0" b="0"/>
            <a:pathLst>
              <a:path w="434935" h="438150">
                <a:moveTo>
                  <a:pt x="268343" y="161696"/>
                </a:moveTo>
                <a:cubicBezTo>
                  <a:pt x="280631" y="161696"/>
                  <a:pt x="290593" y="151734"/>
                  <a:pt x="290593" y="139445"/>
                </a:cubicBezTo>
                <a:lnTo>
                  <a:pt x="290593" y="118795"/>
                </a:lnTo>
                <a:cubicBezTo>
                  <a:pt x="290593" y="112881"/>
                  <a:pt x="292948" y="107210"/>
                  <a:pt x="297137" y="103035"/>
                </a:cubicBezTo>
                <a:cubicBezTo>
                  <a:pt x="301326" y="98860"/>
                  <a:pt x="307005" y="96525"/>
                  <a:pt x="312920" y="96545"/>
                </a:cubicBezTo>
                <a:lnTo>
                  <a:pt x="387386" y="96545"/>
                </a:lnTo>
                <a:moveTo>
                  <a:pt x="153452" y="161772"/>
                </a:moveTo>
                <a:lnTo>
                  <a:pt x="333532" y="161772"/>
                </a:lnTo>
                <a:moveTo>
                  <a:pt x="387310" y="96545"/>
                </a:moveTo>
                <a:cubicBezTo>
                  <a:pt x="387310" y="109696"/>
                  <a:pt x="397971" y="120357"/>
                  <a:pt x="411123" y="120357"/>
                </a:cubicBezTo>
                <a:cubicBezTo>
                  <a:pt x="424274" y="120357"/>
                  <a:pt x="434935" y="109696"/>
                  <a:pt x="434935" y="96545"/>
                </a:cubicBezTo>
                <a:cubicBezTo>
                  <a:pt x="434935" y="83394"/>
                  <a:pt x="424274" y="72732"/>
                  <a:pt x="411123" y="72732"/>
                </a:cubicBezTo>
                <a:cubicBezTo>
                  <a:pt x="397971" y="72732"/>
                  <a:pt x="387310" y="83394"/>
                  <a:pt x="387310" y="96545"/>
                </a:cubicBezTo>
                <a:moveTo>
                  <a:pt x="337018" y="23812"/>
                </a:moveTo>
                <a:cubicBezTo>
                  <a:pt x="337018" y="36963"/>
                  <a:pt x="347679" y="47625"/>
                  <a:pt x="360831" y="47625"/>
                </a:cubicBezTo>
                <a:cubicBezTo>
                  <a:pt x="373982" y="47625"/>
                  <a:pt x="384643" y="36963"/>
                  <a:pt x="384643" y="23812"/>
                </a:cubicBezTo>
                <a:cubicBezTo>
                  <a:pt x="384643" y="10661"/>
                  <a:pt x="373982" y="0"/>
                  <a:pt x="360831" y="0"/>
                </a:cubicBezTo>
                <a:cubicBezTo>
                  <a:pt x="347679" y="0"/>
                  <a:pt x="337018" y="10661"/>
                  <a:pt x="337018" y="23812"/>
                </a:cubicBezTo>
                <a:moveTo>
                  <a:pt x="268343" y="161696"/>
                </a:moveTo>
                <a:cubicBezTo>
                  <a:pt x="280631" y="161696"/>
                  <a:pt x="290593" y="171658"/>
                  <a:pt x="290593" y="183946"/>
                </a:cubicBezTo>
                <a:lnTo>
                  <a:pt x="290593" y="204597"/>
                </a:lnTo>
                <a:cubicBezTo>
                  <a:pt x="290593" y="210511"/>
                  <a:pt x="292948" y="216182"/>
                  <a:pt x="297137" y="220357"/>
                </a:cubicBezTo>
                <a:cubicBezTo>
                  <a:pt x="301326" y="224532"/>
                  <a:pt x="307005" y="226867"/>
                  <a:pt x="312920" y="226847"/>
                </a:cubicBezTo>
                <a:lnTo>
                  <a:pt x="387386" y="226847"/>
                </a:lnTo>
                <a:moveTo>
                  <a:pt x="387310" y="226847"/>
                </a:moveTo>
                <a:cubicBezTo>
                  <a:pt x="387310" y="239998"/>
                  <a:pt x="397971" y="250659"/>
                  <a:pt x="411123" y="250659"/>
                </a:cubicBezTo>
                <a:cubicBezTo>
                  <a:pt x="424274" y="250659"/>
                  <a:pt x="434935" y="239998"/>
                  <a:pt x="434935" y="226847"/>
                </a:cubicBezTo>
                <a:cubicBezTo>
                  <a:pt x="434935" y="213696"/>
                  <a:pt x="424274" y="203034"/>
                  <a:pt x="411123" y="203034"/>
                </a:cubicBezTo>
                <a:cubicBezTo>
                  <a:pt x="397971" y="203034"/>
                  <a:pt x="387310" y="213696"/>
                  <a:pt x="387310" y="226847"/>
                </a:cubicBezTo>
                <a:moveTo>
                  <a:pt x="333532" y="161772"/>
                </a:moveTo>
                <a:cubicBezTo>
                  <a:pt x="333532" y="174923"/>
                  <a:pt x="344193" y="185585"/>
                  <a:pt x="357344" y="185585"/>
                </a:cubicBezTo>
                <a:cubicBezTo>
                  <a:pt x="370496" y="185585"/>
                  <a:pt x="381157" y="174923"/>
                  <a:pt x="381157" y="161772"/>
                </a:cubicBezTo>
                <a:cubicBezTo>
                  <a:pt x="381157" y="148621"/>
                  <a:pt x="370496" y="137960"/>
                  <a:pt x="357344" y="137960"/>
                </a:cubicBezTo>
                <a:cubicBezTo>
                  <a:pt x="344193" y="137960"/>
                  <a:pt x="333532" y="148621"/>
                  <a:pt x="333532" y="161772"/>
                </a:cubicBezTo>
                <a:moveTo>
                  <a:pt x="327874" y="289655"/>
                </a:moveTo>
                <a:cubicBezTo>
                  <a:pt x="316723" y="314424"/>
                  <a:pt x="299336" y="335875"/>
                  <a:pt x="277411" y="351910"/>
                </a:cubicBezTo>
                <a:lnTo>
                  <a:pt x="277411" y="438150"/>
                </a:lnTo>
                <a:moveTo>
                  <a:pt x="117391" y="438150"/>
                </a:moveTo>
                <a:lnTo>
                  <a:pt x="117391" y="390143"/>
                </a:lnTo>
                <a:lnTo>
                  <a:pt x="101465" y="390143"/>
                </a:lnTo>
                <a:cubicBezTo>
                  <a:pt x="74952" y="390143"/>
                  <a:pt x="53459" y="368650"/>
                  <a:pt x="53459" y="342138"/>
                </a:cubicBezTo>
                <a:lnTo>
                  <a:pt x="53459" y="294112"/>
                </a:lnTo>
                <a:lnTo>
                  <a:pt x="8406" y="294112"/>
                </a:lnTo>
                <a:cubicBezTo>
                  <a:pt x="5846" y="294114"/>
                  <a:pt x="3440" y="292892"/>
                  <a:pt x="1933" y="290823"/>
                </a:cubicBezTo>
                <a:cubicBezTo>
                  <a:pt x="426" y="288754"/>
                  <a:pt x="0" y="286090"/>
                  <a:pt x="786" y="283654"/>
                </a:cubicBezTo>
                <a:cubicBezTo>
                  <a:pt x="33933" y="180975"/>
                  <a:pt x="56983" y="70084"/>
                  <a:pt x="185399" y="70084"/>
                </a:cubicBezTo>
                <a:moveTo>
                  <a:pt x="231005" y="161772"/>
                </a:moveTo>
                <a:lnTo>
                  <a:pt x="255770" y="53454"/>
                </a:lnTo>
                <a:cubicBezTo>
                  <a:pt x="259718" y="36115"/>
                  <a:pt x="275135" y="23813"/>
                  <a:pt x="292917" y="23812"/>
                </a:cubicBezTo>
                <a:lnTo>
                  <a:pt x="337075" y="23812"/>
                </a:lnTo>
              </a:path>
            </a:pathLst>
          </a:custGeom>
          <a:noFill/>
          <a:ln w="7143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19475" y="2647950"/>
            <a:ext cx="440051" cy="425657"/>
          </a:xfrm>
          <a:custGeom>
            <a:avLst/>
            <a:gdLst/>
            <a:ahLst/>
            <a:cxnLst/>
            <a:rect l="0" t="0" r="0" b="0"/>
            <a:pathLst>
              <a:path w="440051" h="425657">
                <a:moveTo>
                  <a:pt x="189433" y="291998"/>
                </a:moveTo>
                <a:cubicBezTo>
                  <a:pt x="178988" y="291998"/>
                  <a:pt x="169850" y="284165"/>
                  <a:pt x="169850" y="272414"/>
                </a:cubicBezTo>
                <a:lnTo>
                  <a:pt x="169850" y="223951"/>
                </a:lnTo>
                <a:cubicBezTo>
                  <a:pt x="169850" y="213506"/>
                  <a:pt x="178988" y="204368"/>
                  <a:pt x="189433" y="204368"/>
                </a:cubicBezTo>
                <a:lnTo>
                  <a:pt x="267764" y="204368"/>
                </a:lnTo>
                <a:cubicBezTo>
                  <a:pt x="278210" y="204368"/>
                  <a:pt x="287348" y="213506"/>
                  <a:pt x="287348" y="223951"/>
                </a:cubicBezTo>
                <a:lnTo>
                  <a:pt x="287348" y="272414"/>
                </a:lnTo>
                <a:cubicBezTo>
                  <a:pt x="287348" y="282860"/>
                  <a:pt x="278210" y="291998"/>
                  <a:pt x="267764" y="291998"/>
                </a:cubicBezTo>
                <a:close/>
                <a:moveTo>
                  <a:pt x="228605" y="136443"/>
                </a:moveTo>
                <a:cubicBezTo>
                  <a:pt x="250798" y="136443"/>
                  <a:pt x="267772" y="154720"/>
                  <a:pt x="267772" y="175609"/>
                </a:cubicBezTo>
                <a:lnTo>
                  <a:pt x="267772" y="204372"/>
                </a:lnTo>
                <a:lnTo>
                  <a:pt x="189439" y="204372"/>
                </a:lnTo>
                <a:lnTo>
                  <a:pt x="189439" y="175609"/>
                </a:lnTo>
                <a:cubicBezTo>
                  <a:pt x="189439" y="153415"/>
                  <a:pt x="206412" y="136443"/>
                  <a:pt x="228605" y="136443"/>
                </a:cubicBezTo>
                <a:close/>
                <a:moveTo>
                  <a:pt x="86734" y="221589"/>
                </a:moveTo>
                <a:cubicBezTo>
                  <a:pt x="86723" y="299957"/>
                  <a:pt x="150250" y="363493"/>
                  <a:pt x="228619" y="363493"/>
                </a:cubicBezTo>
                <a:cubicBezTo>
                  <a:pt x="306987" y="363493"/>
                  <a:pt x="370514" y="299957"/>
                  <a:pt x="370503" y="221589"/>
                </a:cubicBezTo>
                <a:cubicBezTo>
                  <a:pt x="370514" y="143221"/>
                  <a:pt x="306987" y="79685"/>
                  <a:pt x="228619" y="79685"/>
                </a:cubicBezTo>
                <a:cubicBezTo>
                  <a:pt x="150250" y="79685"/>
                  <a:pt x="86723" y="143221"/>
                  <a:pt x="86734" y="221589"/>
                </a:cubicBezTo>
                <a:moveTo>
                  <a:pt x="383343" y="59893"/>
                </a:moveTo>
                <a:cubicBezTo>
                  <a:pt x="383343" y="75548"/>
                  <a:pt x="396034" y="88239"/>
                  <a:pt x="411689" y="88239"/>
                </a:cubicBezTo>
                <a:cubicBezTo>
                  <a:pt x="427344" y="88239"/>
                  <a:pt x="440035" y="75548"/>
                  <a:pt x="440035" y="59893"/>
                </a:cubicBezTo>
                <a:cubicBezTo>
                  <a:pt x="440035" y="44237"/>
                  <a:pt x="427344" y="31546"/>
                  <a:pt x="411689" y="31546"/>
                </a:cubicBezTo>
                <a:cubicBezTo>
                  <a:pt x="396034" y="31546"/>
                  <a:pt x="383343" y="44237"/>
                  <a:pt x="383343" y="59893"/>
                </a:cubicBezTo>
                <a:moveTo>
                  <a:pt x="73856" y="59893"/>
                </a:moveTo>
                <a:cubicBezTo>
                  <a:pt x="73856" y="75548"/>
                  <a:pt x="61165" y="88239"/>
                  <a:pt x="45510" y="88239"/>
                </a:cubicBezTo>
                <a:cubicBezTo>
                  <a:pt x="29855" y="88239"/>
                  <a:pt x="17164" y="75548"/>
                  <a:pt x="17164" y="59893"/>
                </a:cubicBezTo>
                <a:cubicBezTo>
                  <a:pt x="17164" y="44237"/>
                  <a:pt x="29855" y="31546"/>
                  <a:pt x="45510" y="31546"/>
                </a:cubicBezTo>
                <a:cubicBezTo>
                  <a:pt x="61165" y="31546"/>
                  <a:pt x="73856" y="44237"/>
                  <a:pt x="73856" y="59893"/>
                </a:cubicBezTo>
                <a:moveTo>
                  <a:pt x="0" y="0"/>
                </a:moveTo>
                <a:moveTo>
                  <a:pt x="154781" y="342900"/>
                </a:moveTo>
                <a:lnTo>
                  <a:pt x="125877" y="383777"/>
                </a:lnTo>
                <a:lnTo>
                  <a:pt x="17561" y="383775"/>
                </a:lnTo>
                <a:moveTo>
                  <a:pt x="0" y="0"/>
                </a:moveTo>
                <a:moveTo>
                  <a:pt x="308371" y="339625"/>
                </a:moveTo>
                <a:lnTo>
                  <a:pt x="339432" y="383775"/>
                </a:lnTo>
                <a:lnTo>
                  <a:pt x="440051" y="383777"/>
                </a:lnTo>
                <a:moveTo>
                  <a:pt x="154185" y="100310"/>
                </a:moveTo>
                <a:lnTo>
                  <a:pt x="125861" y="59884"/>
                </a:lnTo>
                <a:lnTo>
                  <a:pt x="73830" y="59884"/>
                </a:lnTo>
                <a:moveTo>
                  <a:pt x="0" y="0"/>
                </a:moveTo>
                <a:moveTo>
                  <a:pt x="303013" y="100607"/>
                </a:moveTo>
                <a:lnTo>
                  <a:pt x="331319" y="59884"/>
                </a:lnTo>
                <a:lnTo>
                  <a:pt x="383350" y="59884"/>
                </a:lnTo>
                <a:moveTo>
                  <a:pt x="0" y="0"/>
                </a:moveTo>
                <a:moveTo>
                  <a:pt x="398152" y="341896"/>
                </a:moveTo>
                <a:lnTo>
                  <a:pt x="440034" y="383777"/>
                </a:lnTo>
                <a:lnTo>
                  <a:pt x="398152" y="425657"/>
                </a:lnTo>
                <a:moveTo>
                  <a:pt x="59047" y="425657"/>
                </a:moveTo>
                <a:lnTo>
                  <a:pt x="17166" y="383777"/>
                </a:lnTo>
                <a:lnTo>
                  <a:pt x="59047" y="341896"/>
                </a:lnTo>
              </a:path>
            </a:pathLst>
          </a:custGeom>
          <a:noFill/>
          <a:ln w="7143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43650" y="2656734"/>
            <a:ext cx="323850" cy="438890"/>
          </a:xfrm>
          <a:custGeom>
            <a:avLst/>
            <a:gdLst/>
            <a:ahLst/>
            <a:cxnLst/>
            <a:rect l="0" t="0" r="0" b="0"/>
            <a:pathLst>
              <a:path w="323850" h="438890">
                <a:moveTo>
                  <a:pt x="323850" y="123174"/>
                </a:moveTo>
                <a:cubicBezTo>
                  <a:pt x="323531" y="104382"/>
                  <a:pt x="315579" y="86529"/>
                  <a:pt x="301823" y="73722"/>
                </a:cubicBezTo>
                <a:cubicBezTo>
                  <a:pt x="288067" y="60916"/>
                  <a:pt x="269693" y="54258"/>
                  <a:pt x="250926" y="55280"/>
                </a:cubicBezTo>
                <a:cubicBezTo>
                  <a:pt x="234076" y="21625"/>
                  <a:pt x="199561" y="474"/>
                  <a:pt x="161925" y="740"/>
                </a:cubicBezTo>
                <a:cubicBezTo>
                  <a:pt x="110684" y="0"/>
                  <a:pt x="67679" y="39186"/>
                  <a:pt x="63665" y="90275"/>
                </a:cubicBezTo>
                <a:cubicBezTo>
                  <a:pt x="48373" y="86892"/>
                  <a:pt x="32369" y="90531"/>
                  <a:pt x="20044" y="100194"/>
                </a:cubicBezTo>
                <a:cubicBezTo>
                  <a:pt x="7719" y="109856"/>
                  <a:pt x="365" y="124528"/>
                  <a:pt x="0" y="140186"/>
                </a:cubicBezTo>
                <a:cubicBezTo>
                  <a:pt x="0" y="192040"/>
                  <a:pt x="56311" y="191240"/>
                  <a:pt x="56311" y="191240"/>
                </a:cubicBezTo>
                <a:lnTo>
                  <a:pt x="260489" y="191240"/>
                </a:lnTo>
                <a:cubicBezTo>
                  <a:pt x="260489" y="191240"/>
                  <a:pt x="323850" y="183220"/>
                  <a:pt x="323850" y="123174"/>
                </a:cubicBezTo>
                <a:close/>
                <a:moveTo>
                  <a:pt x="61912" y="386483"/>
                </a:moveTo>
                <a:cubicBezTo>
                  <a:pt x="59284" y="386483"/>
                  <a:pt x="57153" y="388612"/>
                  <a:pt x="57150" y="391239"/>
                </a:cubicBezTo>
                <a:cubicBezTo>
                  <a:pt x="57146" y="393867"/>
                  <a:pt x="59272" y="396001"/>
                  <a:pt x="61899" y="396008"/>
                </a:cubicBezTo>
                <a:cubicBezTo>
                  <a:pt x="64527" y="396015"/>
                  <a:pt x="66664" y="393892"/>
                  <a:pt x="66675" y="391265"/>
                </a:cubicBezTo>
                <a:cubicBezTo>
                  <a:pt x="66680" y="390000"/>
                  <a:pt x="66179" y="388786"/>
                  <a:pt x="65285" y="387892"/>
                </a:cubicBezTo>
                <a:cubicBezTo>
                  <a:pt x="64391" y="386997"/>
                  <a:pt x="63177" y="386497"/>
                  <a:pt x="61912" y="386502"/>
                </a:cubicBezTo>
                <a:lnTo>
                  <a:pt x="61912" y="386502"/>
                </a:lnTo>
                <a:moveTo>
                  <a:pt x="109537" y="386483"/>
                </a:moveTo>
                <a:cubicBezTo>
                  <a:pt x="106909" y="386483"/>
                  <a:pt x="104778" y="388612"/>
                  <a:pt x="104775" y="391239"/>
                </a:cubicBezTo>
                <a:cubicBezTo>
                  <a:pt x="104771" y="393867"/>
                  <a:pt x="106897" y="396001"/>
                  <a:pt x="109524" y="396008"/>
                </a:cubicBezTo>
                <a:cubicBezTo>
                  <a:pt x="112152" y="396015"/>
                  <a:pt x="114289" y="393892"/>
                  <a:pt x="114300" y="391265"/>
                </a:cubicBezTo>
                <a:cubicBezTo>
                  <a:pt x="114305" y="390000"/>
                  <a:pt x="113804" y="388786"/>
                  <a:pt x="112910" y="387892"/>
                </a:cubicBezTo>
                <a:cubicBezTo>
                  <a:pt x="112016" y="386997"/>
                  <a:pt x="110802" y="386497"/>
                  <a:pt x="109537" y="386502"/>
                </a:cubicBezTo>
                <a:lnTo>
                  <a:pt x="109537" y="386502"/>
                </a:lnTo>
                <a:moveTo>
                  <a:pt x="323850" y="410315"/>
                </a:moveTo>
                <a:cubicBezTo>
                  <a:pt x="323850" y="426096"/>
                  <a:pt x="311056" y="438890"/>
                  <a:pt x="295275" y="438890"/>
                </a:cubicBezTo>
                <a:lnTo>
                  <a:pt x="28575" y="438890"/>
                </a:lnTo>
                <a:cubicBezTo>
                  <a:pt x="12793" y="438890"/>
                  <a:pt x="0" y="426096"/>
                  <a:pt x="0" y="410315"/>
                </a:cubicBezTo>
                <a:lnTo>
                  <a:pt x="0" y="372215"/>
                </a:lnTo>
                <a:cubicBezTo>
                  <a:pt x="0" y="356433"/>
                  <a:pt x="12793" y="343640"/>
                  <a:pt x="28575" y="343640"/>
                </a:cubicBezTo>
                <a:lnTo>
                  <a:pt x="295275" y="343640"/>
                </a:lnTo>
                <a:cubicBezTo>
                  <a:pt x="311056" y="343640"/>
                  <a:pt x="323850" y="356433"/>
                  <a:pt x="323850" y="372215"/>
                </a:cubicBezTo>
                <a:close/>
                <a:moveTo>
                  <a:pt x="61912" y="291233"/>
                </a:moveTo>
                <a:cubicBezTo>
                  <a:pt x="59284" y="291233"/>
                  <a:pt x="57153" y="293362"/>
                  <a:pt x="57150" y="295989"/>
                </a:cubicBezTo>
                <a:cubicBezTo>
                  <a:pt x="57146" y="298617"/>
                  <a:pt x="59272" y="300751"/>
                  <a:pt x="61899" y="300758"/>
                </a:cubicBezTo>
                <a:cubicBezTo>
                  <a:pt x="64527" y="300765"/>
                  <a:pt x="66664" y="298642"/>
                  <a:pt x="66675" y="296015"/>
                </a:cubicBezTo>
                <a:cubicBezTo>
                  <a:pt x="66680" y="294750"/>
                  <a:pt x="66179" y="293536"/>
                  <a:pt x="65285" y="292642"/>
                </a:cubicBezTo>
                <a:cubicBezTo>
                  <a:pt x="64391" y="291747"/>
                  <a:pt x="63177" y="291247"/>
                  <a:pt x="61912" y="291252"/>
                </a:cubicBezTo>
                <a:lnTo>
                  <a:pt x="61912" y="291252"/>
                </a:lnTo>
                <a:moveTo>
                  <a:pt x="109537" y="291233"/>
                </a:moveTo>
                <a:cubicBezTo>
                  <a:pt x="106909" y="291233"/>
                  <a:pt x="104778" y="293362"/>
                  <a:pt x="104775" y="295989"/>
                </a:cubicBezTo>
                <a:cubicBezTo>
                  <a:pt x="104771" y="298617"/>
                  <a:pt x="106897" y="300751"/>
                  <a:pt x="109524" y="300758"/>
                </a:cubicBezTo>
                <a:cubicBezTo>
                  <a:pt x="112152" y="300765"/>
                  <a:pt x="114289" y="298642"/>
                  <a:pt x="114300" y="296015"/>
                </a:cubicBezTo>
                <a:cubicBezTo>
                  <a:pt x="114305" y="294750"/>
                  <a:pt x="113804" y="293536"/>
                  <a:pt x="112910" y="292642"/>
                </a:cubicBezTo>
                <a:cubicBezTo>
                  <a:pt x="112016" y="291747"/>
                  <a:pt x="110802" y="291247"/>
                  <a:pt x="109537" y="291252"/>
                </a:cubicBezTo>
                <a:lnTo>
                  <a:pt x="109537" y="291252"/>
                </a:lnTo>
                <a:moveTo>
                  <a:pt x="323850" y="315065"/>
                </a:moveTo>
                <a:cubicBezTo>
                  <a:pt x="323850" y="330846"/>
                  <a:pt x="311056" y="343640"/>
                  <a:pt x="295275" y="343640"/>
                </a:cubicBezTo>
                <a:lnTo>
                  <a:pt x="28575" y="343640"/>
                </a:lnTo>
                <a:cubicBezTo>
                  <a:pt x="12793" y="343640"/>
                  <a:pt x="0" y="330846"/>
                  <a:pt x="0" y="315065"/>
                </a:cubicBezTo>
                <a:lnTo>
                  <a:pt x="0" y="276965"/>
                </a:lnTo>
                <a:cubicBezTo>
                  <a:pt x="0" y="261183"/>
                  <a:pt x="12793" y="248390"/>
                  <a:pt x="28575" y="248390"/>
                </a:cubicBezTo>
                <a:lnTo>
                  <a:pt x="295275" y="248390"/>
                </a:lnTo>
                <a:cubicBezTo>
                  <a:pt x="311056" y="248390"/>
                  <a:pt x="323850" y="261183"/>
                  <a:pt x="323850" y="276965"/>
                </a:cubicBezTo>
                <a:close/>
              </a:path>
            </a:pathLst>
          </a:custGeom>
          <a:noFill/>
          <a:ln w="7143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1025" y="3276600"/>
            <a:ext cx="1409188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8F1FF"/>
                </a:solidFill>
                <a:latin typeface="Georgia"/>
              </a:rPr>
              <a:t>IBM watsonx.ai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525" y="3276600"/>
            <a:ext cx="1523261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8F1FF"/>
                </a:solidFill>
                <a:latin typeface="Georgia"/>
              </a:rPr>
              <a:t>Strict Guardrails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6025" y="3276600"/>
            <a:ext cx="966668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8F1FF"/>
                </a:solidFill>
                <a:latin typeface="Georgia"/>
              </a:rPr>
              <a:t>IBM Cloud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81025" y="3552825"/>
            <a:ext cx="2067991" cy="457161"/>
            <a:chOff x="581025" y="3552825"/>
            <a:chExt cx="2067991" cy="457161"/>
          </a:xfrm>
        </p:grpSpPr>
        <p:sp>
          <p:nvSpPr>
            <p:cNvPr id="15" name="TextBox 14"/>
            <p:cNvSpPr txBox="1"/>
            <p:nvPr/>
          </p:nvSpPr>
          <p:spPr>
            <a:xfrm>
              <a:off x="581025" y="3552825"/>
              <a:ext cx="237818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Synthesizes multi-modal evidence (yield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81025" y="3705225"/>
              <a:ext cx="237818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loss, SHAP, visual patterns) into natural-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1025" y="3857625"/>
              <a:ext cx="2378189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language engineering reports.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38525" y="3552825"/>
            <a:ext cx="2249090" cy="457161"/>
            <a:chOff x="3438525" y="3552825"/>
            <a:chExt cx="2249090" cy="457161"/>
          </a:xfrm>
        </p:grpSpPr>
        <p:sp>
          <p:nvSpPr>
            <p:cNvPr id="19" name="TextBox 18"/>
            <p:cNvSpPr txBox="1"/>
            <p:nvPr/>
          </p:nvSpPr>
          <p:spPr>
            <a:xfrm>
              <a:off x="3438525" y="3552825"/>
              <a:ext cx="25864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Operates purely on evidence-grounded facts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438525" y="3705225"/>
              <a:ext cx="25864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(FACT, MODEL_OUTPUT) to prevent LLM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438525" y="3857625"/>
              <a:ext cx="2586453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hallucinations.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296025" y="3552825"/>
            <a:ext cx="2000250" cy="457161"/>
            <a:chOff x="6296025" y="3552825"/>
            <a:chExt cx="2000250" cy="457161"/>
          </a:xfrm>
        </p:grpSpPr>
        <p:sp>
          <p:nvSpPr>
            <p:cNvPr id="23" name="TextBox 22"/>
            <p:cNvSpPr txBox="1"/>
            <p:nvPr/>
          </p:nvSpPr>
          <p:spPr>
            <a:xfrm>
              <a:off x="6296025" y="3552825"/>
              <a:ext cx="230028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Designed for microservice deployment,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296025" y="3705225"/>
              <a:ext cx="230028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containerized FastAPI endpoints, and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296025" y="3857625"/>
              <a:ext cx="2300287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scalable MongoDB storage.</a:t>
              </a: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77A5D2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1475" y="1776431"/>
            <a:ext cx="2686050" cy="1933536"/>
          </a:xfrm>
          <a:custGeom>
            <a:avLst/>
            <a:gdLst/>
            <a:ahLst/>
            <a:cxnLst/>
            <a:rect l="0" t="0" r="0" b="0"/>
            <a:pathLst>
              <a:path w="2686050" h="1933536">
                <a:moveTo>
                  <a:pt x="2686050" y="1819236"/>
                </a:moveTo>
                <a:cubicBezTo>
                  <a:pt x="2686050" y="1882359"/>
                  <a:pt x="2634872" y="1933536"/>
                  <a:pt x="2571750" y="1933536"/>
                </a:cubicBezTo>
                <a:lnTo>
                  <a:pt x="114300" y="1933536"/>
                </a:lnTo>
                <a:cubicBezTo>
                  <a:pt x="51177" y="1933536"/>
                  <a:pt x="0" y="1882359"/>
                  <a:pt x="0" y="1819236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2571750" y="0"/>
                </a:lnTo>
                <a:cubicBezTo>
                  <a:pt x="2634872" y="0"/>
                  <a:pt x="2686050" y="51177"/>
                  <a:pt x="2686050" y="114300"/>
                </a:cubicBezTo>
                <a:lnTo>
                  <a:pt x="2686050" y="1819236"/>
                </a:lnTo>
              </a:path>
            </a:pathLst>
          </a:custGeom>
          <a:solidFill>
            <a:srgbClr val="0A25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71475" y="1776431"/>
            <a:ext cx="2686050" cy="1933536"/>
          </a:xfrm>
          <a:custGeom>
            <a:avLst/>
            <a:gdLst/>
            <a:ahLst/>
            <a:cxnLst/>
            <a:rect l="0" t="0" r="0" b="0"/>
            <a:pathLst>
              <a:path w="2686050" h="1933536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1819236"/>
                </a:moveTo>
                <a:lnTo>
                  <a:pt x="2686050" y="114300"/>
                </a:lnTo>
                <a:moveTo>
                  <a:pt x="2571750" y="1933536"/>
                </a:moveTo>
                <a:cubicBezTo>
                  <a:pt x="2634876" y="1933536"/>
                  <a:pt x="2686050" y="1882362"/>
                  <a:pt x="2686050" y="1819236"/>
                </a:cubicBezTo>
                <a:moveTo>
                  <a:pt x="2571750" y="1933536"/>
                </a:moveTo>
                <a:lnTo>
                  <a:pt x="114300" y="1933536"/>
                </a:lnTo>
                <a:moveTo>
                  <a:pt x="114300" y="1933536"/>
                </a:moveTo>
                <a:cubicBezTo>
                  <a:pt x="51174" y="1933536"/>
                  <a:pt x="0" y="1882362"/>
                  <a:pt x="0" y="1819236"/>
                </a:cubicBezTo>
                <a:moveTo>
                  <a:pt x="0" y="1819236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390525" y="604856"/>
            <a:ext cx="5345544" cy="800099"/>
            <a:chOff x="390525" y="604856"/>
            <a:chExt cx="5345544" cy="800099"/>
          </a:xfrm>
        </p:grpSpPr>
        <p:sp>
          <p:nvSpPr>
            <p:cNvPr id="4" name="TextBox 3"/>
            <p:cNvSpPr txBox="1"/>
            <p:nvPr/>
          </p:nvSpPr>
          <p:spPr>
            <a:xfrm>
              <a:off x="390525" y="604856"/>
              <a:ext cx="6147375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E8F1FF"/>
                  </a:solidFill>
                  <a:latin typeface="Merriweather"/>
                </a:rPr>
                <a:t>Measured Impact &amp; Model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90525" y="1004905"/>
              <a:ext cx="6147375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E8F1FF"/>
                  </a:solidFill>
                  <a:latin typeface="Merriweather"/>
                </a:rPr>
                <a:t>Performance</a:t>
              </a: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3228975" y="1776431"/>
            <a:ext cx="2686050" cy="1933536"/>
          </a:xfrm>
          <a:custGeom>
            <a:avLst/>
            <a:gdLst/>
            <a:ahLst/>
            <a:cxnLst/>
            <a:rect l="0" t="0" r="0" b="0"/>
            <a:pathLst>
              <a:path w="2686050" h="1933536">
                <a:moveTo>
                  <a:pt x="0" y="114300"/>
                </a:moveTo>
                <a:cubicBezTo>
                  <a:pt x="0" y="51174"/>
                  <a:pt x="51173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1819236"/>
                </a:moveTo>
                <a:lnTo>
                  <a:pt x="2686050" y="114300"/>
                </a:lnTo>
                <a:moveTo>
                  <a:pt x="2571750" y="1933536"/>
                </a:moveTo>
                <a:cubicBezTo>
                  <a:pt x="2634876" y="1933536"/>
                  <a:pt x="2686050" y="1882362"/>
                  <a:pt x="2686050" y="1819236"/>
                </a:cubicBezTo>
                <a:moveTo>
                  <a:pt x="2571750" y="1933536"/>
                </a:moveTo>
                <a:lnTo>
                  <a:pt x="114300" y="1933536"/>
                </a:lnTo>
                <a:moveTo>
                  <a:pt x="114300" y="1933536"/>
                </a:moveTo>
                <a:cubicBezTo>
                  <a:pt x="51173" y="1933536"/>
                  <a:pt x="0" y="1882362"/>
                  <a:pt x="0" y="1819236"/>
                </a:cubicBezTo>
                <a:moveTo>
                  <a:pt x="0" y="1819236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6475" y="1776431"/>
            <a:ext cx="2686050" cy="1933536"/>
          </a:xfrm>
          <a:custGeom>
            <a:avLst/>
            <a:gdLst/>
            <a:ahLst/>
            <a:cxnLst/>
            <a:rect l="0" t="0" r="0" b="0"/>
            <a:pathLst>
              <a:path w="2686050" h="1933536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1819236"/>
                </a:moveTo>
                <a:lnTo>
                  <a:pt x="2686050" y="114300"/>
                </a:lnTo>
                <a:moveTo>
                  <a:pt x="2571750" y="1933536"/>
                </a:moveTo>
                <a:cubicBezTo>
                  <a:pt x="2634876" y="1933536"/>
                  <a:pt x="2686050" y="1882362"/>
                  <a:pt x="2686050" y="1819236"/>
                </a:cubicBezTo>
                <a:moveTo>
                  <a:pt x="2571750" y="1933536"/>
                </a:moveTo>
                <a:lnTo>
                  <a:pt x="114300" y="1933536"/>
                </a:lnTo>
                <a:moveTo>
                  <a:pt x="114300" y="1933536"/>
                </a:moveTo>
                <a:cubicBezTo>
                  <a:pt x="51174" y="1933536"/>
                  <a:pt x="0" y="1882362"/>
                  <a:pt x="0" y="1819236"/>
                </a:cubicBezTo>
                <a:moveTo>
                  <a:pt x="0" y="1819236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1" name="Group 10"/>
          <p:cNvGrpSpPr/>
          <p:nvPr/>
        </p:nvGrpSpPr>
        <p:grpSpPr>
          <a:xfrm>
            <a:off x="581025" y="1966931"/>
            <a:ext cx="1887616" cy="800100"/>
            <a:chOff x="581025" y="1966931"/>
            <a:chExt cx="1887616" cy="800100"/>
          </a:xfrm>
        </p:grpSpPr>
        <p:sp>
          <p:nvSpPr>
            <p:cNvPr id="9" name="TextBox 8"/>
            <p:cNvSpPr txBox="1"/>
            <p:nvPr/>
          </p:nvSpPr>
          <p:spPr>
            <a:xfrm>
              <a:off x="581025" y="1966931"/>
              <a:ext cx="217075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0">
                  <a:solidFill>
                    <a:srgbClr val="E8F1FF"/>
                  </a:solidFill>
                  <a:latin typeface="Georgia"/>
                </a:rPr>
                <a:t>0.96 ROC-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81025" y="2366981"/>
              <a:ext cx="217075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0">
                  <a:solidFill>
                    <a:srgbClr val="E8F1FF"/>
                  </a:solidFill>
                  <a:latin typeface="Georgia"/>
                </a:rPr>
                <a:t>AUC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438525" y="1966931"/>
            <a:ext cx="1605915" cy="800100"/>
            <a:chOff x="3438525" y="1966931"/>
            <a:chExt cx="1605915" cy="800100"/>
          </a:xfrm>
        </p:grpSpPr>
        <p:sp>
          <p:nvSpPr>
            <p:cNvPr id="12" name="TextBox 11"/>
            <p:cNvSpPr txBox="1"/>
            <p:nvPr/>
          </p:nvSpPr>
          <p:spPr>
            <a:xfrm>
              <a:off x="3438525" y="1966931"/>
              <a:ext cx="184680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0">
                  <a:solidFill>
                    <a:srgbClr val="E8F1FF"/>
                  </a:solidFill>
                  <a:latin typeface="Georgia"/>
                </a:rPr>
                <a:t>89.6%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38525" y="2366981"/>
              <a:ext cx="184680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0">
                  <a:solidFill>
                    <a:srgbClr val="E8F1FF"/>
                  </a:solidFill>
                  <a:latin typeface="Georgia"/>
                </a:rPr>
                <a:t>Accuracy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296025" y="1966931"/>
            <a:ext cx="2131447" cy="800100"/>
            <a:chOff x="6296025" y="1966931"/>
            <a:chExt cx="2131447" cy="800100"/>
          </a:xfrm>
        </p:grpSpPr>
        <p:sp>
          <p:nvSpPr>
            <p:cNvPr id="15" name="TextBox 14"/>
            <p:cNvSpPr txBox="1"/>
            <p:nvPr/>
          </p:nvSpPr>
          <p:spPr>
            <a:xfrm>
              <a:off x="6296025" y="1966931"/>
              <a:ext cx="2451164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0">
                  <a:solidFill>
                    <a:srgbClr val="E8F1FF"/>
                  </a:solidFill>
                  <a:latin typeface="Georgia"/>
                </a:rPr>
                <a:t>Minutes vs.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96025" y="2366981"/>
              <a:ext cx="2451164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0">
                  <a:solidFill>
                    <a:srgbClr val="E8F1FF"/>
                  </a:solidFill>
                  <a:latin typeface="Georgia"/>
                </a:rPr>
                <a:t>Weeks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1025" y="2938481"/>
            <a:ext cx="1711249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8F1FF"/>
                </a:solidFill>
                <a:latin typeface="Georgia"/>
              </a:rPr>
              <a:t>Lot Yield Classifier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8525" y="2938481"/>
            <a:ext cx="1908274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8F1FF"/>
                </a:solidFill>
                <a:latin typeface="Georgia"/>
              </a:rPr>
              <a:t>Wafer Defect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6025" y="2938481"/>
            <a:ext cx="2216085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8F1FF"/>
                </a:solidFill>
                <a:latin typeface="Georgia"/>
              </a:rPr>
              <a:t>Investigation Cycle Time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581025" y="3214705"/>
            <a:ext cx="2046912" cy="304761"/>
            <a:chOff x="581025" y="3214705"/>
            <a:chExt cx="2046912" cy="304761"/>
          </a:xfrm>
        </p:grpSpPr>
        <p:sp>
          <p:nvSpPr>
            <p:cNvPr id="21" name="TextBox 20"/>
            <p:cNvSpPr txBox="1"/>
            <p:nvPr/>
          </p:nvSpPr>
          <p:spPr>
            <a:xfrm>
              <a:off x="581025" y="3214705"/>
              <a:ext cx="23539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Lot Yield Classifier performance for low-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81025" y="3367105"/>
              <a:ext cx="2353948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yield detection.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438525" y="3214705"/>
            <a:ext cx="2160860" cy="304761"/>
            <a:chOff x="3438525" y="3214705"/>
            <a:chExt cx="2160860" cy="304761"/>
          </a:xfrm>
        </p:grpSpPr>
        <p:sp>
          <p:nvSpPr>
            <p:cNvPr id="24" name="TextBox 23"/>
            <p:cNvSpPr txBox="1"/>
            <p:nvPr/>
          </p:nvSpPr>
          <p:spPr>
            <a:xfrm>
              <a:off x="3438525" y="3214705"/>
              <a:ext cx="248498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Wafer Defect Pattern CNN across 9 failure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438525" y="3367105"/>
              <a:ext cx="2484989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classes.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296025" y="3214705"/>
            <a:ext cx="2193255" cy="304761"/>
            <a:chOff x="6296025" y="3214705"/>
            <a:chExt cx="2193255" cy="304761"/>
          </a:xfrm>
        </p:grpSpPr>
        <p:sp>
          <p:nvSpPr>
            <p:cNvPr id="27" name="TextBox 26"/>
            <p:cNvSpPr txBox="1"/>
            <p:nvPr/>
          </p:nvSpPr>
          <p:spPr>
            <a:xfrm>
              <a:off x="6296025" y="3214705"/>
              <a:ext cx="252224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Reduction in root-cause investigation cycle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96025" y="3367105"/>
              <a:ext cx="2522243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8F1FF"/>
                  </a:solidFill>
                  <a:latin typeface="Georgia"/>
                </a:rPr>
                <a:t>time.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90525" y="4081442"/>
            <a:ext cx="5462463" cy="457201"/>
            <a:chOff x="390525" y="4081442"/>
            <a:chExt cx="5462463" cy="457201"/>
          </a:xfrm>
        </p:grpSpPr>
        <p:sp>
          <p:nvSpPr>
            <p:cNvPr id="30" name="TextBox 29"/>
            <p:cNvSpPr txBox="1"/>
            <p:nvPr/>
          </p:nvSpPr>
          <p:spPr>
            <a:xfrm>
              <a:off x="390525" y="4081442"/>
              <a:ext cx="62818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E8F1FF"/>
                  </a:solidFill>
                  <a:latin typeface="Georgia"/>
                </a:rPr>
                <a:t>Quantifying the accuracy and business value of the WafGuard AI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0525" y="4310043"/>
              <a:ext cx="62818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E8F1FF"/>
                  </a:solidFill>
                  <a:latin typeface="Georgia"/>
                </a:rPr>
                <a:t>platform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77A5D2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1475" y="1985976"/>
            <a:ext cx="4114800" cy="885825"/>
          </a:xfrm>
          <a:custGeom>
            <a:avLst/>
            <a:gdLst/>
            <a:ahLst/>
            <a:cxnLst/>
            <a:rect l="0" t="0" r="0" b="0"/>
            <a:pathLst>
              <a:path w="4114800" h="885825">
                <a:moveTo>
                  <a:pt x="4114800" y="771525"/>
                </a:moveTo>
                <a:cubicBezTo>
                  <a:pt x="4114800" y="834647"/>
                  <a:pt x="4063622" y="885825"/>
                  <a:pt x="4000500" y="885825"/>
                </a:cubicBezTo>
                <a:lnTo>
                  <a:pt x="114300" y="885825"/>
                </a:lnTo>
                <a:cubicBezTo>
                  <a:pt x="51177" y="885825"/>
                  <a:pt x="0" y="834647"/>
                  <a:pt x="0" y="771525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4000500" y="0"/>
                </a:lnTo>
                <a:cubicBezTo>
                  <a:pt x="4063622" y="0"/>
                  <a:pt x="4114800" y="51177"/>
                  <a:pt x="4114800" y="114300"/>
                </a:cubicBezTo>
                <a:lnTo>
                  <a:pt x="4114800" y="771525"/>
                </a:lnTo>
              </a:path>
            </a:pathLst>
          </a:custGeom>
          <a:solidFill>
            <a:srgbClr val="0A25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71475" y="1985976"/>
            <a:ext cx="4114800" cy="885825"/>
          </a:xfrm>
          <a:custGeom>
            <a:avLst/>
            <a:gdLst/>
            <a:ahLst/>
            <a:cxnLst/>
            <a:rect l="0" t="0" r="0" b="0"/>
            <a:pathLst>
              <a:path w="4114800" h="885825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4000500" y="0"/>
                </a:moveTo>
                <a:lnTo>
                  <a:pt x="114300" y="0"/>
                </a:lnTo>
                <a:moveTo>
                  <a:pt x="4114800" y="114300"/>
                </a:moveTo>
                <a:cubicBezTo>
                  <a:pt x="4114800" y="51174"/>
                  <a:pt x="4063626" y="0"/>
                  <a:pt x="4000500" y="0"/>
                </a:cubicBezTo>
                <a:moveTo>
                  <a:pt x="4114800" y="771525"/>
                </a:moveTo>
                <a:lnTo>
                  <a:pt x="4114800" y="114300"/>
                </a:lnTo>
                <a:moveTo>
                  <a:pt x="4000500" y="885825"/>
                </a:moveTo>
                <a:cubicBezTo>
                  <a:pt x="4063626" y="885825"/>
                  <a:pt x="4114800" y="834651"/>
                  <a:pt x="4114800" y="771525"/>
                </a:cubicBezTo>
                <a:moveTo>
                  <a:pt x="4000500" y="885825"/>
                </a:moveTo>
                <a:lnTo>
                  <a:pt x="114300" y="885825"/>
                </a:lnTo>
                <a:moveTo>
                  <a:pt x="114300" y="885825"/>
                </a:moveTo>
                <a:cubicBezTo>
                  <a:pt x="51174" y="885825"/>
                  <a:pt x="0" y="834651"/>
                  <a:pt x="0" y="771525"/>
                </a:cubicBezTo>
                <a:moveTo>
                  <a:pt x="0" y="771525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0525" y="1214479"/>
            <a:ext cx="5352417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E8F1FF"/>
                </a:solidFill>
                <a:latin typeface="Merriweather"/>
              </a:rPr>
              <a:t>The WafGuard AI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57725" y="1985976"/>
            <a:ext cx="4114800" cy="885825"/>
          </a:xfrm>
          <a:custGeom>
            <a:avLst/>
            <a:gdLst/>
            <a:ahLst/>
            <a:cxnLst/>
            <a:rect l="0" t="0" r="0" b="0"/>
            <a:pathLst>
              <a:path w="4114800" h="885825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4000500" y="0"/>
                </a:moveTo>
                <a:lnTo>
                  <a:pt x="114300" y="0"/>
                </a:lnTo>
                <a:moveTo>
                  <a:pt x="4114800" y="114300"/>
                </a:moveTo>
                <a:cubicBezTo>
                  <a:pt x="4114800" y="51174"/>
                  <a:pt x="4063626" y="0"/>
                  <a:pt x="4000500" y="0"/>
                </a:cubicBezTo>
                <a:moveTo>
                  <a:pt x="4114800" y="771525"/>
                </a:moveTo>
                <a:lnTo>
                  <a:pt x="4114800" y="114300"/>
                </a:lnTo>
                <a:moveTo>
                  <a:pt x="4000500" y="885825"/>
                </a:moveTo>
                <a:cubicBezTo>
                  <a:pt x="4063626" y="885825"/>
                  <a:pt x="4114800" y="834651"/>
                  <a:pt x="4114800" y="771525"/>
                </a:cubicBezTo>
                <a:moveTo>
                  <a:pt x="4000500" y="885825"/>
                </a:moveTo>
                <a:lnTo>
                  <a:pt x="114300" y="885825"/>
                </a:lnTo>
                <a:moveTo>
                  <a:pt x="114300" y="885825"/>
                </a:moveTo>
                <a:cubicBezTo>
                  <a:pt x="51174" y="885825"/>
                  <a:pt x="0" y="834651"/>
                  <a:pt x="0" y="771525"/>
                </a:cubicBezTo>
                <a:moveTo>
                  <a:pt x="0" y="771525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" y="2214604"/>
            <a:ext cx="1071955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8F1FF"/>
                </a:solidFill>
                <a:latin typeface="Georgia"/>
              </a:rPr>
              <a:t>Het Baraiya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05375" y="2214604"/>
            <a:ext cx="1518189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8F1FF"/>
                </a:solidFill>
                <a:latin typeface="Georgia"/>
              </a:rPr>
              <a:t>Harsh Bhalodiya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2490829"/>
            <a:ext cx="3071705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E8F1FF"/>
                </a:solidFill>
                <a:latin typeface="Georgia"/>
              </a:rPr>
              <a:t>Team Lead, Architecture, Backend API, &amp; MongoDB.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5375" y="2490829"/>
            <a:ext cx="3127985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E8F1FF"/>
                </a:solidFill>
                <a:latin typeface="Georgia"/>
              </a:rPr>
              <a:t>Lead AI/ML Engineer, XGBoost, SHAP, &amp; watsonx.ai.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1475" y="3043209"/>
            <a:ext cx="4114800" cy="885825"/>
          </a:xfrm>
          <a:custGeom>
            <a:avLst/>
            <a:gdLst/>
            <a:ahLst/>
            <a:cxnLst/>
            <a:rect l="0" t="0" r="0" b="0"/>
            <a:pathLst>
              <a:path w="4114800" h="885825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4000500" y="0"/>
                </a:moveTo>
                <a:lnTo>
                  <a:pt x="114300" y="0"/>
                </a:lnTo>
                <a:moveTo>
                  <a:pt x="4114800" y="114300"/>
                </a:moveTo>
                <a:cubicBezTo>
                  <a:pt x="4114800" y="51174"/>
                  <a:pt x="4063626" y="0"/>
                  <a:pt x="4000500" y="0"/>
                </a:cubicBezTo>
                <a:moveTo>
                  <a:pt x="4114800" y="771525"/>
                </a:moveTo>
                <a:lnTo>
                  <a:pt x="4114800" y="114300"/>
                </a:lnTo>
                <a:moveTo>
                  <a:pt x="4000500" y="885825"/>
                </a:moveTo>
                <a:cubicBezTo>
                  <a:pt x="4063626" y="885825"/>
                  <a:pt x="4114800" y="834651"/>
                  <a:pt x="4114800" y="771525"/>
                </a:cubicBezTo>
                <a:moveTo>
                  <a:pt x="4000500" y="885825"/>
                </a:moveTo>
                <a:lnTo>
                  <a:pt x="114300" y="885825"/>
                </a:lnTo>
                <a:moveTo>
                  <a:pt x="114300" y="885825"/>
                </a:moveTo>
                <a:cubicBezTo>
                  <a:pt x="51174" y="885825"/>
                  <a:pt x="0" y="834651"/>
                  <a:pt x="0" y="771525"/>
                </a:cubicBezTo>
                <a:moveTo>
                  <a:pt x="0" y="771525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57725" y="3043209"/>
            <a:ext cx="4114800" cy="885825"/>
          </a:xfrm>
          <a:custGeom>
            <a:avLst/>
            <a:gdLst/>
            <a:ahLst/>
            <a:cxnLst/>
            <a:rect l="0" t="0" r="0" b="0"/>
            <a:pathLst>
              <a:path w="4114800" h="885825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4000500" y="0"/>
                </a:moveTo>
                <a:lnTo>
                  <a:pt x="114300" y="0"/>
                </a:lnTo>
                <a:moveTo>
                  <a:pt x="4114800" y="114300"/>
                </a:moveTo>
                <a:cubicBezTo>
                  <a:pt x="4114800" y="51174"/>
                  <a:pt x="4063626" y="0"/>
                  <a:pt x="4000500" y="0"/>
                </a:cubicBezTo>
                <a:moveTo>
                  <a:pt x="4114800" y="771525"/>
                </a:moveTo>
                <a:lnTo>
                  <a:pt x="4114800" y="114300"/>
                </a:lnTo>
                <a:moveTo>
                  <a:pt x="4000500" y="885825"/>
                </a:moveTo>
                <a:cubicBezTo>
                  <a:pt x="4063626" y="885825"/>
                  <a:pt x="4114800" y="834651"/>
                  <a:pt x="4114800" y="771525"/>
                </a:cubicBezTo>
                <a:moveTo>
                  <a:pt x="4000500" y="885825"/>
                </a:moveTo>
                <a:lnTo>
                  <a:pt x="114300" y="885825"/>
                </a:lnTo>
                <a:moveTo>
                  <a:pt x="114300" y="885825"/>
                </a:moveTo>
                <a:cubicBezTo>
                  <a:pt x="51174" y="885825"/>
                  <a:pt x="0" y="834651"/>
                  <a:pt x="0" y="771525"/>
                </a:cubicBezTo>
                <a:moveTo>
                  <a:pt x="0" y="771525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E8F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125" y="3271837"/>
            <a:ext cx="147054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8F1FF"/>
                </a:solidFill>
                <a:latin typeface="Georgia"/>
              </a:rPr>
              <a:t>Tirth Gambhava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5375" y="3271837"/>
            <a:ext cx="1377159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8F1FF"/>
                </a:solidFill>
                <a:latin typeface="Georgia"/>
              </a:rPr>
              <a:t>Ujjain Dhanani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3548062"/>
            <a:ext cx="3279683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E8F1FF"/>
                </a:solidFill>
                <a:latin typeface="Georgia"/>
              </a:rPr>
              <a:t>Computer Vision Engineer, PyTorch CNN, &amp; Grad-CAM.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5375" y="3548062"/>
            <a:ext cx="3560658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E8F1FF"/>
                </a:solidFill>
                <a:latin typeface="Georgia"/>
              </a:rPr>
              <a:t>Full Stack Developer, React Dashboard, &amp; What-If Simulator.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77A5D2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